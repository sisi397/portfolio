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495" r:id="rId2"/>
    <p:sldId id="260" r:id="rId3"/>
    <p:sldId id="496" r:id="rId4"/>
    <p:sldId id="262" r:id="rId5"/>
    <p:sldId id="497" r:id="rId6"/>
    <p:sldId id="263" r:id="rId7"/>
    <p:sldId id="498" r:id="rId8"/>
    <p:sldId id="264" r:id="rId9"/>
    <p:sldId id="266" r:id="rId10"/>
    <p:sldId id="499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949D5-845B-4691-BB05-68B181FE0C58}" type="datetimeFigureOut">
              <a:rPr lang="ko-KR" altLang="en-US" smtClean="0"/>
              <a:t>2021-03-05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4C20E-AA8C-4B7C-8F62-EBEFCF2AB3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736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949D5-845B-4691-BB05-68B181FE0C58}" type="datetimeFigureOut">
              <a:rPr lang="ko-KR" altLang="en-US" smtClean="0"/>
              <a:t>2021-03-05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4C20E-AA8C-4B7C-8F62-EBEFCF2AB3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294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949D5-845B-4691-BB05-68B181FE0C58}" type="datetimeFigureOut">
              <a:rPr lang="ko-KR" altLang="en-US" smtClean="0"/>
              <a:t>2021-03-05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4C20E-AA8C-4B7C-8F62-EBEFCF2AB3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8102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949D5-845B-4691-BB05-68B181FE0C58}" type="datetimeFigureOut">
              <a:rPr lang="ko-KR" altLang="en-US" smtClean="0"/>
              <a:t>2021-03-05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4C20E-AA8C-4B7C-8F62-EBEFCF2AB3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334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949D5-845B-4691-BB05-68B181FE0C58}" type="datetimeFigureOut">
              <a:rPr lang="ko-KR" altLang="en-US" smtClean="0"/>
              <a:t>2021-03-05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4C20E-AA8C-4B7C-8F62-EBEFCF2AB3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3394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949D5-845B-4691-BB05-68B181FE0C58}" type="datetimeFigureOut">
              <a:rPr lang="ko-KR" altLang="en-US" smtClean="0"/>
              <a:t>2021-03-05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4C20E-AA8C-4B7C-8F62-EBEFCF2AB3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3713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949D5-845B-4691-BB05-68B181FE0C58}" type="datetimeFigureOut">
              <a:rPr lang="ko-KR" altLang="en-US" smtClean="0"/>
              <a:t>2021-03-05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4C20E-AA8C-4B7C-8F62-EBEFCF2AB3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886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949D5-845B-4691-BB05-68B181FE0C58}" type="datetimeFigureOut">
              <a:rPr lang="ko-KR" altLang="en-US" smtClean="0"/>
              <a:t>2021-03-05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4C20E-AA8C-4B7C-8F62-EBEFCF2AB3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7950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949D5-845B-4691-BB05-68B181FE0C58}" type="datetimeFigureOut">
              <a:rPr lang="ko-KR" altLang="en-US" smtClean="0"/>
              <a:t>2021-03-05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4C20E-AA8C-4B7C-8F62-EBEFCF2AB3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2214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949D5-845B-4691-BB05-68B181FE0C58}" type="datetimeFigureOut">
              <a:rPr lang="ko-KR" altLang="en-US" smtClean="0"/>
              <a:t>2021-03-05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4C20E-AA8C-4B7C-8F62-EBEFCF2AB3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8558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949D5-845B-4691-BB05-68B181FE0C58}" type="datetimeFigureOut">
              <a:rPr lang="ko-KR" altLang="en-US" smtClean="0"/>
              <a:t>2021-03-05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4C20E-AA8C-4B7C-8F62-EBEFCF2AB3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436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8949D5-845B-4691-BB05-68B181FE0C58}" type="datetimeFigureOut">
              <a:rPr lang="ko-KR" altLang="en-US" smtClean="0"/>
              <a:t>2021-03-05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14C20E-AA8C-4B7C-8F62-EBEFCF2AB3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0400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E22EF11-F399-4E4A-9DAF-5F92B32686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712595" y="1922145"/>
            <a:ext cx="257955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err="1"/>
              <a:t>인트로</a:t>
            </a:r>
            <a:r>
              <a:rPr lang="ko-KR" altLang="en-US" sz="3000" b="1" dirty="0"/>
              <a:t> 페이지</a:t>
            </a:r>
          </a:p>
        </p:txBody>
      </p:sp>
    </p:spTree>
    <p:extLst>
      <p:ext uri="{BB962C8B-B14F-4D97-AF65-F5344CB8AC3E}">
        <p14:creationId xmlns:p14="http://schemas.microsoft.com/office/powerpoint/2010/main" val="838038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스크린샷이(가) 표시된 사진&#10;&#10;자동 생성된 설명">
            <a:extLst>
              <a:ext uri="{FF2B5EF4-FFF2-40B4-BE49-F238E27FC236}">
                <a16:creationId xmlns:a16="http://schemas.microsoft.com/office/drawing/2014/main" id="{8BC9BCFF-50B4-472F-AADF-1D47961363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480684-F8D8-412E-8CAB-3CFDE13F0344}"/>
              </a:ext>
            </a:extLst>
          </p:cNvPr>
          <p:cNvSpPr txBox="1"/>
          <p:nvPr/>
        </p:nvSpPr>
        <p:spPr>
          <a:xfrm>
            <a:off x="4605795" y="104966"/>
            <a:ext cx="87556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err="1"/>
              <a:t>인트로</a:t>
            </a:r>
            <a:r>
              <a:rPr lang="ko-KR" altLang="en-US" sz="800" dirty="0"/>
              <a:t> 페이지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D51E30-4684-4298-8588-45C6E522E9A5}"/>
              </a:ext>
            </a:extLst>
          </p:cNvPr>
          <p:cNvSpPr txBox="1"/>
          <p:nvPr/>
        </p:nvSpPr>
        <p:spPr>
          <a:xfrm>
            <a:off x="4600166" y="326110"/>
            <a:ext cx="8370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err="1"/>
              <a:t>인트로</a:t>
            </a:r>
            <a:r>
              <a:rPr lang="ko-KR" altLang="en-US" sz="800" dirty="0"/>
              <a:t> 페이지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17AAAA-71DE-4144-9D55-683F542848BE}"/>
              </a:ext>
            </a:extLst>
          </p:cNvPr>
          <p:cNvSpPr txBox="1"/>
          <p:nvPr/>
        </p:nvSpPr>
        <p:spPr>
          <a:xfrm>
            <a:off x="1072352" y="104966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ko-KR" altLang="en-US" sz="800" dirty="0"/>
              <a:t>포트폴리오 </a:t>
            </a:r>
            <a:r>
              <a:rPr lang="en-US" altLang="ko-KR" sz="800" dirty="0"/>
              <a:t>UX/UI </a:t>
            </a:r>
            <a:r>
              <a:rPr lang="ko-KR" altLang="en-US" sz="800" dirty="0"/>
              <a:t>디자인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61CDDC-C32D-4FC6-ADEF-3FBE3E77F8E3}"/>
              </a:ext>
            </a:extLst>
          </p:cNvPr>
          <p:cNvSpPr txBox="1"/>
          <p:nvPr/>
        </p:nvSpPr>
        <p:spPr>
          <a:xfrm>
            <a:off x="116839" y="95617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800" dirty="0"/>
              <a:t>프로젝트명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730914-D00C-4ABE-A9C3-4ABA7750C0D3}"/>
              </a:ext>
            </a:extLst>
          </p:cNvPr>
          <p:cNvSpPr txBox="1"/>
          <p:nvPr/>
        </p:nvSpPr>
        <p:spPr>
          <a:xfrm>
            <a:off x="116839" y="314692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800" dirty="0" err="1"/>
              <a:t>문서명</a:t>
            </a:r>
            <a:endParaRPr lang="ko-KR" altLang="en-US" sz="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3C6E6C-36F7-426F-BF6E-C094A9F3866D}"/>
              </a:ext>
            </a:extLst>
          </p:cNvPr>
          <p:cNvSpPr txBox="1"/>
          <p:nvPr/>
        </p:nvSpPr>
        <p:spPr>
          <a:xfrm>
            <a:off x="3538055" y="109824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800" dirty="0"/>
              <a:t>페이지 </a:t>
            </a:r>
            <a:r>
              <a:rPr lang="en-US" altLang="ko-KR" sz="800" dirty="0"/>
              <a:t>ID</a:t>
            </a:r>
            <a:endParaRPr lang="ko-KR" altLang="en-US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2A7D2F-0D04-43F7-AFD7-EBCD09ABCE60}"/>
              </a:ext>
            </a:extLst>
          </p:cNvPr>
          <p:cNvSpPr txBox="1"/>
          <p:nvPr/>
        </p:nvSpPr>
        <p:spPr>
          <a:xfrm>
            <a:off x="3538055" y="319374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800" dirty="0"/>
              <a:t>페이지 위치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79E470-CC97-4DA9-8FD0-EC4F81FA37C3}"/>
              </a:ext>
            </a:extLst>
          </p:cNvPr>
          <p:cNvSpPr txBox="1"/>
          <p:nvPr/>
        </p:nvSpPr>
        <p:spPr>
          <a:xfrm>
            <a:off x="7603010" y="110666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800" dirty="0"/>
              <a:t>페이지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22BA89-D06E-41BC-BE71-39F6353FA35D}"/>
              </a:ext>
            </a:extLst>
          </p:cNvPr>
          <p:cNvSpPr txBox="1"/>
          <p:nvPr/>
        </p:nvSpPr>
        <p:spPr>
          <a:xfrm>
            <a:off x="9417598" y="109633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800" dirty="0"/>
              <a:t>회사명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B10E8F-6778-4062-B691-FF8E2B1B5A53}"/>
              </a:ext>
            </a:extLst>
          </p:cNvPr>
          <p:cNvSpPr txBox="1"/>
          <p:nvPr/>
        </p:nvSpPr>
        <p:spPr>
          <a:xfrm>
            <a:off x="9417598" y="319183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800" dirty="0"/>
              <a:t>작성자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05FE0B-5784-413E-8421-3926A3ADD97F}"/>
              </a:ext>
            </a:extLst>
          </p:cNvPr>
          <p:cNvSpPr txBox="1"/>
          <p:nvPr/>
        </p:nvSpPr>
        <p:spPr>
          <a:xfrm>
            <a:off x="1072352" y="314516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altLang="ko-KR" sz="800" dirty="0"/>
              <a:t>Intro</a:t>
            </a:r>
            <a:endParaRPr lang="ko-KR" altLang="en-US" sz="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A072CE-A4E0-4F52-884F-D14F0EC2D4AC}"/>
              </a:ext>
            </a:extLst>
          </p:cNvPr>
          <p:cNvSpPr txBox="1"/>
          <p:nvPr/>
        </p:nvSpPr>
        <p:spPr>
          <a:xfrm>
            <a:off x="8473882" y="70469"/>
            <a:ext cx="953017" cy="26399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</a:rPr>
              <a:t>1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91F870-2857-4A35-899B-76FEEB61B839}"/>
              </a:ext>
            </a:extLst>
          </p:cNvPr>
          <p:cNvSpPr txBox="1"/>
          <p:nvPr/>
        </p:nvSpPr>
        <p:spPr>
          <a:xfrm>
            <a:off x="10333999" y="119021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ko-KR" altLang="en-US" sz="800" dirty="0"/>
              <a:t>㈜</a:t>
            </a:r>
            <a:r>
              <a:rPr lang="ko-KR" altLang="en-US" sz="800" dirty="0" err="1"/>
              <a:t>다해줘테크</a:t>
            </a:r>
            <a:endParaRPr lang="ko-KR" altLang="en-US" sz="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868B42-A345-4DE8-86D2-7834126684B5}"/>
              </a:ext>
            </a:extLst>
          </p:cNvPr>
          <p:cNvSpPr txBox="1"/>
          <p:nvPr/>
        </p:nvSpPr>
        <p:spPr>
          <a:xfrm>
            <a:off x="10333999" y="319046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ko-KR" altLang="en-US" sz="800" dirty="0"/>
              <a:t>기획팀</a:t>
            </a: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53FDBE2E-135F-4F22-808F-ED7BA6A5D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289" y="608880"/>
            <a:ext cx="8462447" cy="5998108"/>
          </a:xfrm>
          <a:prstGeom prst="rect">
            <a:avLst/>
          </a:prstGeom>
        </p:spPr>
      </p:pic>
      <p:graphicFrame>
        <p:nvGraphicFramePr>
          <p:cNvPr id="34" name="Group 214">
            <a:extLst>
              <a:ext uri="{FF2B5EF4-FFF2-40B4-BE49-F238E27FC236}">
                <a16:creationId xmlns:a16="http://schemas.microsoft.com/office/drawing/2014/main" id="{F96A33FE-4401-428C-8DA5-9036160D72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458142"/>
              </p:ext>
            </p:extLst>
          </p:nvPr>
        </p:nvGraphicFramePr>
        <p:xfrm>
          <a:off x="9610471" y="938583"/>
          <a:ext cx="2325502" cy="1549201"/>
        </p:xfrm>
        <a:graphic>
          <a:graphicData uri="http://schemas.openxmlformats.org/drawingml/2006/table">
            <a:tbl>
              <a:tblPr/>
              <a:tblGrid>
                <a:gridCol w="185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9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9801">
                <a:tc>
                  <a:txBody>
                    <a:bodyPr/>
                    <a:lstStyle/>
                    <a:p>
                      <a:pPr marL="0" marR="0" lvl="0" indent="0" algn="ctr" defTabSz="121761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92929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217613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defTabSz="1217613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defTabSz="1217613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defTabSz="1217613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defTabSz="1217613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indent="0" eaLnBrk="1" hangingPunct="1">
                        <a:spcBef>
                          <a:spcPct val="50000"/>
                        </a:spcBef>
                        <a:buFontTx/>
                        <a:buNone/>
                      </a:pPr>
                      <a:r>
                        <a:rPr kumimoji="0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홈페이지의 개발은 </a:t>
                      </a:r>
                      <a:r>
                        <a:rPr kumimoji="0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Web/</a:t>
                      </a:r>
                      <a:r>
                        <a:rPr kumimoji="0" lang="en-US" altLang="ko-KR" sz="7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Moblie</a:t>
                      </a:r>
                      <a:r>
                        <a:rPr kumimoji="0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kumimoji="0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반응형</a:t>
                      </a:r>
                      <a:r>
                        <a:rPr kumimoji="0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kumimoji="0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으로</a:t>
                      </a:r>
                      <a:r>
                        <a:rPr kumimoji="0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kumimoji="0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개발</a:t>
                      </a: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72000" marB="7200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7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eaLnBrk="1" hangingPunct="1">
                        <a:spcBef>
                          <a:spcPct val="50000"/>
                        </a:spcBef>
                        <a:buFontTx/>
                        <a:buNone/>
                      </a:pPr>
                      <a:r>
                        <a:rPr kumimoji="0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상단 메뉴는 화면이 이동하면 상단에 고정되어야 함</a:t>
                      </a:r>
                      <a:r>
                        <a:rPr kumimoji="0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kumimoji="0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72000" marB="7200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ko-KR" altLang="en-US" sz="7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eaLnBrk="1" hangingPunct="1">
                        <a:spcBef>
                          <a:spcPct val="50000"/>
                        </a:spcBef>
                        <a:buFontTx/>
                        <a:buNone/>
                      </a:pPr>
                      <a:r>
                        <a:rPr kumimoji="0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메뉴의 </a:t>
                      </a:r>
                      <a:r>
                        <a:rPr kumimoji="0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Home </a:t>
                      </a:r>
                      <a:r>
                        <a:rPr kumimoji="0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색으로 강조표시</a:t>
                      </a:r>
                      <a:endParaRPr kumimoji="0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72000" marB="7200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ko-KR" altLang="en-US" sz="7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eaLnBrk="1" hangingPunct="1">
                        <a:spcBef>
                          <a:spcPct val="50000"/>
                        </a:spcBef>
                        <a:buFontTx/>
                        <a:buNone/>
                      </a:pPr>
                      <a:r>
                        <a:rPr kumimoji="0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About </a:t>
                      </a:r>
                      <a:r>
                        <a:rPr kumimoji="0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클릭 시 스크롤  아래로 이동</a:t>
                      </a:r>
                      <a:r>
                        <a:rPr kumimoji="0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T="72000" marB="7200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3116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ko-KR" altLang="en-US" sz="7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eaLnBrk="1" hangingPunct="1">
                        <a:spcBef>
                          <a:spcPct val="50000"/>
                        </a:spcBef>
                        <a:buFontTx/>
                        <a:buNone/>
                      </a:pPr>
                      <a:endParaRPr kumimoji="0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72000" marB="7200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27774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6022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E22EF11-F399-4E4A-9DAF-5F92B32686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712595" y="1922145"/>
            <a:ext cx="241123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b="1" dirty="0"/>
              <a:t>About</a:t>
            </a:r>
            <a:r>
              <a:rPr lang="ko-KR" altLang="en-US" sz="3000" b="1" dirty="0"/>
              <a:t> 페이지</a:t>
            </a:r>
          </a:p>
        </p:txBody>
      </p:sp>
    </p:spTree>
    <p:extLst>
      <p:ext uri="{BB962C8B-B14F-4D97-AF65-F5344CB8AC3E}">
        <p14:creationId xmlns:p14="http://schemas.microsoft.com/office/powerpoint/2010/main" val="1369517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스크린샷이(가) 표시된 사진&#10;&#10;자동 생성된 설명">
            <a:extLst>
              <a:ext uri="{FF2B5EF4-FFF2-40B4-BE49-F238E27FC236}">
                <a16:creationId xmlns:a16="http://schemas.microsoft.com/office/drawing/2014/main" id="{8BC9BCFF-50B4-472F-AADF-1D47961363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287881B-9410-459A-BE05-34D2C38E3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134" y="541100"/>
            <a:ext cx="8460516" cy="620623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0B5275C-471E-45F1-8F4D-4A8681F30496}"/>
              </a:ext>
            </a:extLst>
          </p:cNvPr>
          <p:cNvSpPr txBox="1"/>
          <p:nvPr/>
        </p:nvSpPr>
        <p:spPr>
          <a:xfrm>
            <a:off x="4605795" y="104966"/>
            <a:ext cx="7938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About</a:t>
            </a:r>
            <a:r>
              <a:rPr lang="ko-KR" altLang="en-US" sz="800" dirty="0"/>
              <a:t> 페이지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A215E0-86F9-4879-8B56-3C0173BA5F54}"/>
              </a:ext>
            </a:extLst>
          </p:cNvPr>
          <p:cNvSpPr txBox="1"/>
          <p:nvPr/>
        </p:nvSpPr>
        <p:spPr>
          <a:xfrm>
            <a:off x="4600166" y="326110"/>
            <a:ext cx="77136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About</a:t>
            </a:r>
            <a:r>
              <a:rPr lang="ko-KR" altLang="en-US" sz="800" dirty="0"/>
              <a:t> 페이지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AFE0DD-7685-4A32-B42D-ED3EE1C746C8}"/>
              </a:ext>
            </a:extLst>
          </p:cNvPr>
          <p:cNvSpPr txBox="1"/>
          <p:nvPr/>
        </p:nvSpPr>
        <p:spPr>
          <a:xfrm>
            <a:off x="1072352" y="104966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ko-KR" altLang="en-US" sz="800" dirty="0"/>
              <a:t>포트폴리오 </a:t>
            </a:r>
            <a:r>
              <a:rPr lang="en-US" altLang="ko-KR" sz="800" dirty="0"/>
              <a:t>UX/UI </a:t>
            </a:r>
            <a:r>
              <a:rPr lang="ko-KR" altLang="en-US" sz="800" dirty="0"/>
              <a:t>디자인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62BA9C-6C03-4742-AA5C-530C9B77283A}"/>
              </a:ext>
            </a:extLst>
          </p:cNvPr>
          <p:cNvSpPr txBox="1"/>
          <p:nvPr/>
        </p:nvSpPr>
        <p:spPr>
          <a:xfrm>
            <a:off x="116839" y="95617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800" dirty="0"/>
              <a:t>프로젝트명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873D188-48AA-4AC8-AFF4-ED87FECA42C0}"/>
              </a:ext>
            </a:extLst>
          </p:cNvPr>
          <p:cNvSpPr txBox="1"/>
          <p:nvPr/>
        </p:nvSpPr>
        <p:spPr>
          <a:xfrm>
            <a:off x="116839" y="314692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800" dirty="0" err="1"/>
              <a:t>문서명</a:t>
            </a:r>
            <a:endParaRPr lang="ko-KR" altLang="en-US" sz="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2E5D84-E27A-47F5-A1EA-3CDC50F10BF9}"/>
              </a:ext>
            </a:extLst>
          </p:cNvPr>
          <p:cNvSpPr txBox="1"/>
          <p:nvPr/>
        </p:nvSpPr>
        <p:spPr>
          <a:xfrm>
            <a:off x="3538055" y="109824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800" dirty="0"/>
              <a:t>페이지 </a:t>
            </a:r>
            <a:r>
              <a:rPr lang="en-US" altLang="ko-KR" sz="800" dirty="0"/>
              <a:t>ID</a:t>
            </a:r>
            <a:endParaRPr lang="ko-KR" altLang="en-US" sz="8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186E94-7A98-4C06-82A4-54FBABB096F6}"/>
              </a:ext>
            </a:extLst>
          </p:cNvPr>
          <p:cNvSpPr txBox="1"/>
          <p:nvPr/>
        </p:nvSpPr>
        <p:spPr>
          <a:xfrm>
            <a:off x="3538055" y="319374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800" dirty="0"/>
              <a:t>페이지 위치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D8628C-F130-4DD4-B4EF-F4D19B35E39F}"/>
              </a:ext>
            </a:extLst>
          </p:cNvPr>
          <p:cNvSpPr txBox="1"/>
          <p:nvPr/>
        </p:nvSpPr>
        <p:spPr>
          <a:xfrm>
            <a:off x="7603010" y="110666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800" dirty="0"/>
              <a:t>페이지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CA445C-E7F7-4CD7-9C0F-9F7E8346965F}"/>
              </a:ext>
            </a:extLst>
          </p:cNvPr>
          <p:cNvSpPr txBox="1"/>
          <p:nvPr/>
        </p:nvSpPr>
        <p:spPr>
          <a:xfrm>
            <a:off x="9417598" y="109633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800" dirty="0"/>
              <a:t>회사명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C174A7-4544-475B-9A26-7B2F34C96226}"/>
              </a:ext>
            </a:extLst>
          </p:cNvPr>
          <p:cNvSpPr txBox="1"/>
          <p:nvPr/>
        </p:nvSpPr>
        <p:spPr>
          <a:xfrm>
            <a:off x="9417598" y="319183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800" dirty="0"/>
              <a:t>작성자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A96AAE9-7CB5-4F70-885D-D4246B72817D}"/>
              </a:ext>
            </a:extLst>
          </p:cNvPr>
          <p:cNvSpPr txBox="1"/>
          <p:nvPr/>
        </p:nvSpPr>
        <p:spPr>
          <a:xfrm>
            <a:off x="1072352" y="314516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altLang="ko-KR" sz="800" dirty="0"/>
              <a:t>About</a:t>
            </a:r>
            <a:endParaRPr lang="ko-KR" altLang="en-US" sz="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03CD78-2B2C-46C2-9B39-4F492FD8FF8F}"/>
              </a:ext>
            </a:extLst>
          </p:cNvPr>
          <p:cNvSpPr txBox="1"/>
          <p:nvPr/>
        </p:nvSpPr>
        <p:spPr>
          <a:xfrm>
            <a:off x="8473882" y="70469"/>
            <a:ext cx="953017" cy="26399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</a:rPr>
              <a:t>2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88CCD85-9FF4-4C48-A5A9-AF1EE80210DA}"/>
              </a:ext>
            </a:extLst>
          </p:cNvPr>
          <p:cNvSpPr txBox="1"/>
          <p:nvPr/>
        </p:nvSpPr>
        <p:spPr>
          <a:xfrm>
            <a:off x="10333999" y="119021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ko-KR" altLang="en-US" sz="800" dirty="0"/>
              <a:t>㈜</a:t>
            </a:r>
            <a:r>
              <a:rPr lang="ko-KR" altLang="en-US" sz="800" dirty="0" err="1"/>
              <a:t>다해줘테크</a:t>
            </a:r>
            <a:endParaRPr lang="ko-KR" altLang="en-US" sz="8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FD53CBD-3E33-4B27-8889-663012F04104}"/>
              </a:ext>
            </a:extLst>
          </p:cNvPr>
          <p:cNvSpPr txBox="1"/>
          <p:nvPr/>
        </p:nvSpPr>
        <p:spPr>
          <a:xfrm>
            <a:off x="10333999" y="319046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ko-KR" altLang="en-US" sz="800" dirty="0"/>
              <a:t>기획팀</a:t>
            </a:r>
          </a:p>
        </p:txBody>
      </p:sp>
      <p:graphicFrame>
        <p:nvGraphicFramePr>
          <p:cNvPr id="33" name="Group 214">
            <a:extLst>
              <a:ext uri="{FF2B5EF4-FFF2-40B4-BE49-F238E27FC236}">
                <a16:creationId xmlns:a16="http://schemas.microsoft.com/office/drawing/2014/main" id="{44912191-477F-4B9D-8A0D-2F04A8C59C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730341"/>
              </p:ext>
            </p:extLst>
          </p:nvPr>
        </p:nvGraphicFramePr>
        <p:xfrm>
          <a:off x="9610471" y="938585"/>
          <a:ext cx="2325502" cy="1375990"/>
        </p:xfrm>
        <a:graphic>
          <a:graphicData uri="http://schemas.openxmlformats.org/drawingml/2006/table">
            <a:tbl>
              <a:tblPr/>
              <a:tblGrid>
                <a:gridCol w="185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9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5198">
                <a:tc>
                  <a:txBody>
                    <a:bodyPr/>
                    <a:lstStyle/>
                    <a:p>
                      <a:pPr marL="0" marR="0" lvl="0" indent="0" algn="ctr" defTabSz="121761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92929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217613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defTabSz="1217613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defTabSz="1217613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defTabSz="1217613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defTabSz="1217613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indent="0" eaLnBrk="1" hangingPunct="1">
                        <a:spcBef>
                          <a:spcPct val="50000"/>
                        </a:spcBef>
                        <a:buFontTx/>
                        <a:buNone/>
                      </a:pPr>
                      <a:r>
                        <a:rPr kumimoji="0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아이콘 링크 연결</a:t>
                      </a: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72000" marB="7200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1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7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eaLnBrk="1" hangingPunct="1">
                        <a:spcBef>
                          <a:spcPct val="50000"/>
                        </a:spcBef>
                        <a:buFontTx/>
                        <a:buNone/>
                      </a:pPr>
                      <a:r>
                        <a:rPr kumimoji="0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활동 및 프로젝트 타임라인</a:t>
                      </a:r>
                    </a:p>
                  </a:txBody>
                  <a:tcPr marT="72000" marB="7200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1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ko-KR" altLang="en-US" sz="7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eaLnBrk="1" hangingPunct="1">
                        <a:spcBef>
                          <a:spcPct val="50000"/>
                        </a:spcBef>
                        <a:buFontTx/>
                        <a:buNone/>
                      </a:pPr>
                      <a:endParaRPr kumimoji="0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72000" marB="7200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1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ko-KR" altLang="en-US" sz="7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eaLnBrk="1" hangingPunct="1">
                        <a:spcBef>
                          <a:spcPct val="50000"/>
                        </a:spcBef>
                        <a:buFontTx/>
                        <a:buNone/>
                      </a:pPr>
                      <a:endParaRPr kumimoji="0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72000" marB="7200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3116571"/>
                  </a:ext>
                </a:extLst>
              </a:tr>
              <a:tr h="2751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ko-KR" altLang="en-US" sz="7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eaLnBrk="1" hangingPunct="1">
                        <a:spcBef>
                          <a:spcPct val="50000"/>
                        </a:spcBef>
                        <a:buFontTx/>
                        <a:buNone/>
                      </a:pPr>
                      <a:endParaRPr kumimoji="0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72000" marB="7200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2777460"/>
                  </a:ext>
                </a:extLst>
              </a:tr>
            </a:tbl>
          </a:graphicData>
        </a:graphic>
      </p:graphicFrame>
      <p:sp>
        <p:nvSpPr>
          <p:cNvPr id="34" name="직사각형 33">
            <a:extLst>
              <a:ext uri="{FF2B5EF4-FFF2-40B4-BE49-F238E27FC236}">
                <a16:creationId xmlns:a16="http://schemas.microsoft.com/office/drawing/2014/main" id="{09C80CEE-61A7-4FE9-8ED3-BF7C3CE6CCF0}"/>
              </a:ext>
            </a:extLst>
          </p:cNvPr>
          <p:cNvSpPr/>
          <p:nvPr/>
        </p:nvSpPr>
        <p:spPr>
          <a:xfrm>
            <a:off x="1637503" y="1843551"/>
            <a:ext cx="158400" cy="158400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6D0915E-3B3A-450B-B4A8-C1B057E0F60C}"/>
              </a:ext>
            </a:extLst>
          </p:cNvPr>
          <p:cNvSpPr/>
          <p:nvPr/>
        </p:nvSpPr>
        <p:spPr>
          <a:xfrm>
            <a:off x="1637503" y="1865353"/>
            <a:ext cx="1715297" cy="4573548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08434AA-2ACE-409F-85B6-32784B48F823}"/>
              </a:ext>
            </a:extLst>
          </p:cNvPr>
          <p:cNvSpPr/>
          <p:nvPr/>
        </p:nvSpPr>
        <p:spPr>
          <a:xfrm>
            <a:off x="4142578" y="1865352"/>
            <a:ext cx="158400" cy="158400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B8B2A7A-C7D1-47E8-9297-ACA43C383C62}"/>
              </a:ext>
            </a:extLst>
          </p:cNvPr>
          <p:cNvSpPr/>
          <p:nvPr/>
        </p:nvSpPr>
        <p:spPr>
          <a:xfrm>
            <a:off x="4148047" y="1883199"/>
            <a:ext cx="3043328" cy="4555701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F5435B4B-D80E-4009-987C-7A0E688AE6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01643"/>
              </p:ext>
            </p:extLst>
          </p:nvPr>
        </p:nvGraphicFramePr>
        <p:xfrm>
          <a:off x="7464132" y="5970980"/>
          <a:ext cx="4373798" cy="6456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6725">
                  <a:extLst>
                    <a:ext uri="{9D8B030D-6E8A-4147-A177-3AD203B41FA5}">
                      <a16:colId xmlns:a16="http://schemas.microsoft.com/office/drawing/2014/main" val="2113932811"/>
                    </a:ext>
                  </a:extLst>
                </a:gridCol>
                <a:gridCol w="546725">
                  <a:extLst>
                    <a:ext uri="{9D8B030D-6E8A-4147-A177-3AD203B41FA5}">
                      <a16:colId xmlns:a16="http://schemas.microsoft.com/office/drawing/2014/main" val="3095594740"/>
                    </a:ext>
                  </a:extLst>
                </a:gridCol>
                <a:gridCol w="696538">
                  <a:extLst>
                    <a:ext uri="{9D8B030D-6E8A-4147-A177-3AD203B41FA5}">
                      <a16:colId xmlns:a16="http://schemas.microsoft.com/office/drawing/2014/main" val="3910964852"/>
                    </a:ext>
                  </a:extLst>
                </a:gridCol>
                <a:gridCol w="527443">
                  <a:extLst>
                    <a:ext uri="{9D8B030D-6E8A-4147-A177-3AD203B41FA5}">
                      <a16:colId xmlns:a16="http://schemas.microsoft.com/office/drawing/2014/main" val="1120461471"/>
                    </a:ext>
                  </a:extLst>
                </a:gridCol>
                <a:gridCol w="511729">
                  <a:extLst>
                    <a:ext uri="{9D8B030D-6E8A-4147-A177-3AD203B41FA5}">
                      <a16:colId xmlns:a16="http://schemas.microsoft.com/office/drawing/2014/main" val="1919617815"/>
                    </a:ext>
                  </a:extLst>
                </a:gridCol>
                <a:gridCol w="579904">
                  <a:extLst>
                    <a:ext uri="{9D8B030D-6E8A-4147-A177-3AD203B41FA5}">
                      <a16:colId xmlns:a16="http://schemas.microsoft.com/office/drawing/2014/main" val="571086938"/>
                    </a:ext>
                  </a:extLst>
                </a:gridCol>
                <a:gridCol w="469783">
                  <a:extLst>
                    <a:ext uri="{9D8B030D-6E8A-4147-A177-3AD203B41FA5}">
                      <a16:colId xmlns:a16="http://schemas.microsoft.com/office/drawing/2014/main" val="3905604001"/>
                    </a:ext>
                  </a:extLst>
                </a:gridCol>
                <a:gridCol w="494951">
                  <a:extLst>
                    <a:ext uri="{9D8B030D-6E8A-4147-A177-3AD203B41FA5}">
                      <a16:colId xmlns:a16="http://schemas.microsoft.com/office/drawing/2014/main" val="3798288065"/>
                    </a:ext>
                  </a:extLst>
                </a:gridCol>
              </a:tblGrid>
              <a:tr h="284456">
                <a:tc gridSpan="8"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About </a:t>
                      </a:r>
                      <a:r>
                        <a:rPr lang="ko-KR" altLang="en-US" sz="1200" dirty="0"/>
                        <a:t>테이블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1996070"/>
                  </a:ext>
                </a:extLst>
              </a:tr>
              <a:tr h="36115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별명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이메일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번호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Git</a:t>
                      </a:r>
                      <a:endParaRPr lang="ko-KR" alt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링크</a:t>
                      </a:r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2</a:t>
                      </a:r>
                      <a:endParaRPr lang="ko-KR" alt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3</a:t>
                      </a:r>
                      <a:endParaRPr lang="ko-KR" alt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960822"/>
                  </a:ext>
                </a:extLst>
              </a:tr>
            </a:tbl>
          </a:graphicData>
        </a:graphic>
      </p:graphicFrame>
      <p:graphicFrame>
        <p:nvGraphicFramePr>
          <p:cNvPr id="36" name="표 5">
            <a:extLst>
              <a:ext uri="{FF2B5EF4-FFF2-40B4-BE49-F238E27FC236}">
                <a16:creationId xmlns:a16="http://schemas.microsoft.com/office/drawing/2014/main" id="{D11E003E-7FF4-4A33-89CB-50EB9D896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281460"/>
              </p:ext>
            </p:extLst>
          </p:nvPr>
        </p:nvGraphicFramePr>
        <p:xfrm>
          <a:off x="9864025" y="5048597"/>
          <a:ext cx="1973905" cy="6456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8503">
                  <a:extLst>
                    <a:ext uri="{9D8B030D-6E8A-4147-A177-3AD203B41FA5}">
                      <a16:colId xmlns:a16="http://schemas.microsoft.com/office/drawing/2014/main" val="2113932811"/>
                    </a:ext>
                  </a:extLst>
                </a:gridCol>
                <a:gridCol w="1065402">
                  <a:extLst>
                    <a:ext uri="{9D8B030D-6E8A-4147-A177-3AD203B41FA5}">
                      <a16:colId xmlns:a16="http://schemas.microsoft.com/office/drawing/2014/main" val="3095594740"/>
                    </a:ext>
                  </a:extLst>
                </a:gridCol>
              </a:tblGrid>
              <a:tr h="284456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About </a:t>
                      </a:r>
                      <a:r>
                        <a:rPr lang="ko-KR" altLang="en-US" sz="1200" dirty="0"/>
                        <a:t>테이블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1996070"/>
                  </a:ext>
                </a:extLst>
              </a:tr>
              <a:tr h="36115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연도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내용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9608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191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E22EF11-F399-4E4A-9DAF-5F92B32686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712595" y="1922145"/>
            <a:ext cx="222849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b="1" dirty="0"/>
              <a:t>Skills</a:t>
            </a:r>
            <a:r>
              <a:rPr lang="ko-KR" altLang="en-US" sz="3000" b="1" dirty="0"/>
              <a:t> 페이지</a:t>
            </a:r>
          </a:p>
        </p:txBody>
      </p:sp>
    </p:spTree>
    <p:extLst>
      <p:ext uri="{BB962C8B-B14F-4D97-AF65-F5344CB8AC3E}">
        <p14:creationId xmlns:p14="http://schemas.microsoft.com/office/powerpoint/2010/main" val="705515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스크린샷이(가) 표시된 사진&#10;&#10;자동 생성된 설명">
            <a:extLst>
              <a:ext uri="{FF2B5EF4-FFF2-40B4-BE49-F238E27FC236}">
                <a16:creationId xmlns:a16="http://schemas.microsoft.com/office/drawing/2014/main" id="{8BC9BCFF-50B4-472F-AADF-1D47961363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88DDB70-D52F-4BBA-A018-FC08DAFAF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044" y="617346"/>
            <a:ext cx="8462556" cy="612998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DC621FE-3114-4D13-BBC0-63FDF9BE00D5}"/>
              </a:ext>
            </a:extLst>
          </p:cNvPr>
          <p:cNvSpPr txBox="1"/>
          <p:nvPr/>
        </p:nvSpPr>
        <p:spPr>
          <a:xfrm>
            <a:off x="4605795" y="104966"/>
            <a:ext cx="7425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Skills</a:t>
            </a:r>
            <a:r>
              <a:rPr lang="ko-KR" altLang="en-US" sz="800" dirty="0"/>
              <a:t> 페이지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D33606-57FE-4BE7-AA0C-361AA0EAA018}"/>
              </a:ext>
            </a:extLst>
          </p:cNvPr>
          <p:cNvSpPr txBox="1"/>
          <p:nvPr/>
        </p:nvSpPr>
        <p:spPr>
          <a:xfrm>
            <a:off x="4600166" y="326110"/>
            <a:ext cx="7200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Skills</a:t>
            </a:r>
            <a:r>
              <a:rPr lang="ko-KR" altLang="en-US" sz="800" dirty="0"/>
              <a:t> 페이지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1D6259-F760-4863-86E6-592A241E29AD}"/>
              </a:ext>
            </a:extLst>
          </p:cNvPr>
          <p:cNvSpPr txBox="1"/>
          <p:nvPr/>
        </p:nvSpPr>
        <p:spPr>
          <a:xfrm>
            <a:off x="1072352" y="104966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ko-KR" altLang="en-US" sz="800" dirty="0"/>
              <a:t>포트폴리오 </a:t>
            </a:r>
            <a:r>
              <a:rPr lang="en-US" altLang="ko-KR" sz="800" dirty="0"/>
              <a:t>UX/UI </a:t>
            </a:r>
            <a:r>
              <a:rPr lang="ko-KR" altLang="en-US" sz="800" dirty="0"/>
              <a:t>디자인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E72482-FFDA-4E4C-B237-D3D79841B012}"/>
              </a:ext>
            </a:extLst>
          </p:cNvPr>
          <p:cNvSpPr txBox="1"/>
          <p:nvPr/>
        </p:nvSpPr>
        <p:spPr>
          <a:xfrm>
            <a:off x="116839" y="95617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800" dirty="0"/>
              <a:t>프로젝트명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96AC48-41AF-4942-B560-9855C421E062}"/>
              </a:ext>
            </a:extLst>
          </p:cNvPr>
          <p:cNvSpPr txBox="1"/>
          <p:nvPr/>
        </p:nvSpPr>
        <p:spPr>
          <a:xfrm>
            <a:off x="116839" y="314692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800" dirty="0" err="1"/>
              <a:t>문서명</a:t>
            </a:r>
            <a:endParaRPr lang="ko-KR" altLang="en-US" sz="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AAC5721-DB0A-4294-A6C0-9C66D3C8EF07}"/>
              </a:ext>
            </a:extLst>
          </p:cNvPr>
          <p:cNvSpPr txBox="1"/>
          <p:nvPr/>
        </p:nvSpPr>
        <p:spPr>
          <a:xfrm>
            <a:off x="3538055" y="109824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800" dirty="0"/>
              <a:t>페이지 </a:t>
            </a:r>
            <a:r>
              <a:rPr lang="en-US" altLang="ko-KR" sz="800" dirty="0"/>
              <a:t>ID</a:t>
            </a:r>
            <a:endParaRPr lang="ko-KR" altLang="en-US" sz="8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694AD7-3DA9-44FF-9951-0F53961A4A03}"/>
              </a:ext>
            </a:extLst>
          </p:cNvPr>
          <p:cNvSpPr txBox="1"/>
          <p:nvPr/>
        </p:nvSpPr>
        <p:spPr>
          <a:xfrm>
            <a:off x="3538055" y="319374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800" dirty="0"/>
              <a:t>페이지 위치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7B9AD3A-175B-4279-8835-737CD660F305}"/>
              </a:ext>
            </a:extLst>
          </p:cNvPr>
          <p:cNvSpPr txBox="1"/>
          <p:nvPr/>
        </p:nvSpPr>
        <p:spPr>
          <a:xfrm>
            <a:off x="7603010" y="110666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800" dirty="0"/>
              <a:t>페이지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3407BC-3291-4B00-8D1C-8FCE6731CC53}"/>
              </a:ext>
            </a:extLst>
          </p:cNvPr>
          <p:cNvSpPr txBox="1"/>
          <p:nvPr/>
        </p:nvSpPr>
        <p:spPr>
          <a:xfrm>
            <a:off x="9417598" y="109633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800" dirty="0"/>
              <a:t>회사명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EA3D117-42DB-407D-A2DB-A4CB246D5B6F}"/>
              </a:ext>
            </a:extLst>
          </p:cNvPr>
          <p:cNvSpPr txBox="1"/>
          <p:nvPr/>
        </p:nvSpPr>
        <p:spPr>
          <a:xfrm>
            <a:off x="9417598" y="319183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800" dirty="0"/>
              <a:t>작성자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B0A570-4964-48BF-9095-D7ADD8867E84}"/>
              </a:ext>
            </a:extLst>
          </p:cNvPr>
          <p:cNvSpPr txBox="1"/>
          <p:nvPr/>
        </p:nvSpPr>
        <p:spPr>
          <a:xfrm>
            <a:off x="1072352" y="314516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altLang="ko-KR" sz="800" dirty="0"/>
              <a:t>Skills</a:t>
            </a:r>
            <a:endParaRPr lang="ko-KR" altLang="en-US" sz="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303BA0-6901-48EE-8206-940F2589EB54}"/>
              </a:ext>
            </a:extLst>
          </p:cNvPr>
          <p:cNvSpPr txBox="1"/>
          <p:nvPr/>
        </p:nvSpPr>
        <p:spPr>
          <a:xfrm>
            <a:off x="8473882" y="70469"/>
            <a:ext cx="953017" cy="26399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</a:rPr>
              <a:t>3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3ACACCE-BF3A-4C80-BF16-F536999E624D}"/>
              </a:ext>
            </a:extLst>
          </p:cNvPr>
          <p:cNvSpPr txBox="1"/>
          <p:nvPr/>
        </p:nvSpPr>
        <p:spPr>
          <a:xfrm>
            <a:off x="10333999" y="119021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ko-KR" altLang="en-US" sz="800" dirty="0"/>
              <a:t>㈜</a:t>
            </a:r>
            <a:r>
              <a:rPr lang="ko-KR" altLang="en-US" sz="800" dirty="0" err="1"/>
              <a:t>다해줘테크</a:t>
            </a:r>
            <a:endParaRPr lang="ko-KR" altLang="en-US" sz="8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FDF8151-1E11-45CD-8C4F-735548AF3479}"/>
              </a:ext>
            </a:extLst>
          </p:cNvPr>
          <p:cNvSpPr txBox="1"/>
          <p:nvPr/>
        </p:nvSpPr>
        <p:spPr>
          <a:xfrm>
            <a:off x="10333999" y="319046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ko-KR" altLang="en-US" sz="800" dirty="0"/>
              <a:t>기획팀</a:t>
            </a:r>
          </a:p>
        </p:txBody>
      </p:sp>
      <p:graphicFrame>
        <p:nvGraphicFramePr>
          <p:cNvPr id="33" name="Group 214">
            <a:extLst>
              <a:ext uri="{FF2B5EF4-FFF2-40B4-BE49-F238E27FC236}">
                <a16:creationId xmlns:a16="http://schemas.microsoft.com/office/drawing/2014/main" id="{FB2B1CF6-71A9-47E7-99D1-1C4A5D2D00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91817"/>
              </p:ext>
            </p:extLst>
          </p:nvPr>
        </p:nvGraphicFramePr>
        <p:xfrm>
          <a:off x="9610471" y="938585"/>
          <a:ext cx="2325502" cy="1375990"/>
        </p:xfrm>
        <a:graphic>
          <a:graphicData uri="http://schemas.openxmlformats.org/drawingml/2006/table">
            <a:tbl>
              <a:tblPr/>
              <a:tblGrid>
                <a:gridCol w="185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9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5198">
                <a:tc>
                  <a:txBody>
                    <a:bodyPr/>
                    <a:lstStyle/>
                    <a:p>
                      <a:pPr marL="0" marR="0" lvl="0" indent="0" algn="ctr" defTabSz="121761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92929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217613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defTabSz="1217613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defTabSz="1217613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defTabSz="1217613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defTabSz="1217613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indent="0" eaLnBrk="1" hangingPunct="1">
                        <a:spcBef>
                          <a:spcPct val="50000"/>
                        </a:spcBef>
                        <a:buFontTx/>
                        <a:buNone/>
                      </a:pP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72000" marB="7200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1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7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eaLnBrk="1" hangingPunct="1">
                        <a:spcBef>
                          <a:spcPct val="50000"/>
                        </a:spcBef>
                        <a:buFontTx/>
                        <a:buNone/>
                      </a:pPr>
                      <a:endParaRPr kumimoji="0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72000" marB="7200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1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ko-KR" altLang="en-US" sz="7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eaLnBrk="1" hangingPunct="1">
                        <a:spcBef>
                          <a:spcPct val="50000"/>
                        </a:spcBef>
                        <a:buFontTx/>
                        <a:buNone/>
                      </a:pPr>
                      <a:endParaRPr kumimoji="0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72000" marB="7200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1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ko-KR" altLang="en-US" sz="7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eaLnBrk="1" hangingPunct="1">
                        <a:spcBef>
                          <a:spcPct val="50000"/>
                        </a:spcBef>
                        <a:buFontTx/>
                        <a:buNone/>
                      </a:pPr>
                      <a:endParaRPr kumimoji="0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72000" marB="7200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3116571"/>
                  </a:ext>
                </a:extLst>
              </a:tr>
              <a:tr h="2751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ko-KR" altLang="en-US" sz="7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eaLnBrk="1" hangingPunct="1">
                        <a:spcBef>
                          <a:spcPct val="50000"/>
                        </a:spcBef>
                        <a:buFontTx/>
                        <a:buNone/>
                      </a:pPr>
                      <a:endParaRPr kumimoji="0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72000" marB="7200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2777460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A369C845-2CDB-4434-867B-BEAB61387FCC}"/>
              </a:ext>
            </a:extLst>
          </p:cNvPr>
          <p:cNvSpPr txBox="1"/>
          <p:nvPr/>
        </p:nvSpPr>
        <p:spPr>
          <a:xfrm>
            <a:off x="9573743" y="2869144"/>
            <a:ext cx="23989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Skill</a:t>
            </a:r>
            <a:r>
              <a:rPr lang="ko-KR" altLang="en-US" sz="1200" dirty="0"/>
              <a:t> 테이블</a:t>
            </a:r>
            <a:endParaRPr lang="en-US" altLang="ko-KR" sz="1200" dirty="0"/>
          </a:p>
          <a:p>
            <a:r>
              <a:rPr lang="en-US" altLang="ko-KR" sz="1200" dirty="0"/>
              <a:t>Front-end, back-end, </a:t>
            </a:r>
            <a:r>
              <a:rPr lang="en-US" altLang="ko-KR" sz="1200" dirty="0" err="1"/>
              <a:t>etc</a:t>
            </a:r>
            <a:endParaRPr lang="en-US" altLang="ko-KR" sz="12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68B4EB5-354E-429C-954B-0752EA6E8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147711"/>
              </p:ext>
            </p:extLst>
          </p:nvPr>
        </p:nvGraphicFramePr>
        <p:xfrm>
          <a:off x="9689051" y="5810396"/>
          <a:ext cx="1973905" cy="8788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8503">
                  <a:extLst>
                    <a:ext uri="{9D8B030D-6E8A-4147-A177-3AD203B41FA5}">
                      <a16:colId xmlns:a16="http://schemas.microsoft.com/office/drawing/2014/main" val="3710075928"/>
                    </a:ext>
                  </a:extLst>
                </a:gridCol>
                <a:gridCol w="1065402">
                  <a:extLst>
                    <a:ext uri="{9D8B030D-6E8A-4147-A177-3AD203B41FA5}">
                      <a16:colId xmlns:a16="http://schemas.microsoft.com/office/drawing/2014/main" val="896680977"/>
                    </a:ext>
                  </a:extLst>
                </a:gridCol>
              </a:tblGrid>
              <a:tr h="284456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Skill </a:t>
                      </a:r>
                      <a:r>
                        <a:rPr lang="ko-KR" altLang="en-US" sz="1200" dirty="0"/>
                        <a:t>테이블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006171"/>
                  </a:ext>
                </a:extLst>
              </a:tr>
              <a:tr h="3611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Front-end,</a:t>
                      </a:r>
                    </a:p>
                    <a:p>
                      <a:pPr latinLnBrk="1"/>
                      <a:r>
                        <a:rPr lang="en-US" altLang="ko-KR" sz="1100" dirty="0"/>
                        <a:t>back-end,</a:t>
                      </a:r>
                    </a:p>
                    <a:p>
                      <a:pPr latinLnBrk="1"/>
                      <a:r>
                        <a:rPr lang="en-US" altLang="ko-KR" sz="1100" dirty="0" err="1"/>
                        <a:t>etc</a:t>
                      </a:r>
                      <a:endParaRPr lang="ko-KR" alt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400" dirty="0"/>
                        <a:t>skill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455380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4824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E22EF11-F399-4E4A-9DAF-5F92B32686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712595" y="1922145"/>
            <a:ext cx="255403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b="1" dirty="0"/>
              <a:t>Project</a:t>
            </a:r>
            <a:r>
              <a:rPr lang="ko-KR" altLang="en-US" sz="3000" b="1" dirty="0"/>
              <a:t> 페이지</a:t>
            </a:r>
          </a:p>
        </p:txBody>
      </p:sp>
    </p:spTree>
    <p:extLst>
      <p:ext uri="{BB962C8B-B14F-4D97-AF65-F5344CB8AC3E}">
        <p14:creationId xmlns:p14="http://schemas.microsoft.com/office/powerpoint/2010/main" val="1223039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스크린샷이(가) 표시된 사진&#10;&#10;자동 생성된 설명">
            <a:extLst>
              <a:ext uri="{FF2B5EF4-FFF2-40B4-BE49-F238E27FC236}">
                <a16:creationId xmlns:a16="http://schemas.microsoft.com/office/drawing/2014/main" id="{8BC9BCFF-50B4-472F-AADF-1D47961363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3717DF08-35A3-436B-B5AD-906EE098B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94" y="885903"/>
            <a:ext cx="9212404" cy="579112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7D7C134-C382-4A3F-9179-E9701F4274C6}"/>
              </a:ext>
            </a:extLst>
          </p:cNvPr>
          <p:cNvSpPr txBox="1"/>
          <p:nvPr/>
        </p:nvSpPr>
        <p:spPr>
          <a:xfrm>
            <a:off x="4605795" y="104966"/>
            <a:ext cx="10583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Project</a:t>
            </a:r>
            <a:r>
              <a:rPr lang="ko-KR" altLang="en-US" sz="800" dirty="0"/>
              <a:t> 페이지 </a:t>
            </a:r>
            <a:r>
              <a:rPr lang="en-US" altLang="ko-KR" sz="800" dirty="0"/>
              <a:t>(1/2)</a:t>
            </a:r>
            <a:r>
              <a:rPr lang="ko-KR" altLang="en-US" sz="800" dirty="0"/>
              <a:t>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0C27CA-C970-4F38-B55A-240101424C5F}"/>
              </a:ext>
            </a:extLst>
          </p:cNvPr>
          <p:cNvSpPr txBox="1"/>
          <p:nvPr/>
        </p:nvSpPr>
        <p:spPr>
          <a:xfrm>
            <a:off x="4600166" y="326110"/>
            <a:ext cx="8098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Project</a:t>
            </a:r>
            <a:r>
              <a:rPr lang="ko-KR" altLang="en-US" sz="800" dirty="0"/>
              <a:t> 페이지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1FF238-D5A6-4991-93D4-707C0A7FB8DA}"/>
              </a:ext>
            </a:extLst>
          </p:cNvPr>
          <p:cNvSpPr txBox="1"/>
          <p:nvPr/>
        </p:nvSpPr>
        <p:spPr>
          <a:xfrm>
            <a:off x="1072352" y="104966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ko-KR" altLang="en-US" sz="800" dirty="0"/>
              <a:t>포트폴리오 </a:t>
            </a:r>
            <a:r>
              <a:rPr lang="en-US" altLang="ko-KR" sz="800" dirty="0"/>
              <a:t>UX/UI </a:t>
            </a:r>
            <a:r>
              <a:rPr lang="ko-KR" altLang="en-US" sz="800" dirty="0"/>
              <a:t>디자인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6231F2A-F6E0-4282-BB21-AF3D01C6F496}"/>
              </a:ext>
            </a:extLst>
          </p:cNvPr>
          <p:cNvSpPr txBox="1"/>
          <p:nvPr/>
        </p:nvSpPr>
        <p:spPr>
          <a:xfrm>
            <a:off x="116839" y="95617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800" dirty="0"/>
              <a:t>프로젝트명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06BF67-5C49-4B9F-A3B1-54C98E3ECCAA}"/>
              </a:ext>
            </a:extLst>
          </p:cNvPr>
          <p:cNvSpPr txBox="1"/>
          <p:nvPr/>
        </p:nvSpPr>
        <p:spPr>
          <a:xfrm>
            <a:off x="116839" y="314692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800" dirty="0" err="1"/>
              <a:t>문서명</a:t>
            </a:r>
            <a:endParaRPr lang="ko-KR" altLang="en-US" sz="8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7CF114-5A56-4B23-9508-FB92E6587061}"/>
              </a:ext>
            </a:extLst>
          </p:cNvPr>
          <p:cNvSpPr txBox="1"/>
          <p:nvPr/>
        </p:nvSpPr>
        <p:spPr>
          <a:xfrm>
            <a:off x="3538055" y="109824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800" dirty="0"/>
              <a:t>페이지 </a:t>
            </a:r>
            <a:r>
              <a:rPr lang="en-US" altLang="ko-KR" sz="800" dirty="0"/>
              <a:t>ID</a:t>
            </a:r>
            <a:endParaRPr lang="ko-KR" altLang="en-US" sz="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282F65-39A4-46FD-820C-4925037BA27B}"/>
              </a:ext>
            </a:extLst>
          </p:cNvPr>
          <p:cNvSpPr txBox="1"/>
          <p:nvPr/>
        </p:nvSpPr>
        <p:spPr>
          <a:xfrm>
            <a:off x="3538055" y="319374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800" dirty="0"/>
              <a:t>페이지 위치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9DEB781-F416-4308-9B63-81344FAD7413}"/>
              </a:ext>
            </a:extLst>
          </p:cNvPr>
          <p:cNvSpPr txBox="1"/>
          <p:nvPr/>
        </p:nvSpPr>
        <p:spPr>
          <a:xfrm>
            <a:off x="7603010" y="110666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800" dirty="0"/>
              <a:t>페이지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11B2D8-8390-4D97-AB44-4A79D4DF2BB0}"/>
              </a:ext>
            </a:extLst>
          </p:cNvPr>
          <p:cNvSpPr txBox="1"/>
          <p:nvPr/>
        </p:nvSpPr>
        <p:spPr>
          <a:xfrm>
            <a:off x="9417598" y="109633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800" dirty="0"/>
              <a:t>회사명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DD2A48-A26A-4005-AA95-F243436C4D13}"/>
              </a:ext>
            </a:extLst>
          </p:cNvPr>
          <p:cNvSpPr txBox="1"/>
          <p:nvPr/>
        </p:nvSpPr>
        <p:spPr>
          <a:xfrm>
            <a:off x="9417598" y="319183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800" dirty="0"/>
              <a:t>작성자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97548B5-3CF8-435A-9E81-99877D425FAC}"/>
              </a:ext>
            </a:extLst>
          </p:cNvPr>
          <p:cNvSpPr txBox="1"/>
          <p:nvPr/>
        </p:nvSpPr>
        <p:spPr>
          <a:xfrm>
            <a:off x="1072352" y="314516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altLang="ko-KR" sz="800" dirty="0"/>
              <a:t>Project</a:t>
            </a:r>
            <a:endParaRPr lang="ko-KR" altLang="en-US" sz="8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7C8AA49-53F0-43AA-BFA4-2B66DFBDC320}"/>
              </a:ext>
            </a:extLst>
          </p:cNvPr>
          <p:cNvSpPr txBox="1"/>
          <p:nvPr/>
        </p:nvSpPr>
        <p:spPr>
          <a:xfrm>
            <a:off x="8473882" y="70469"/>
            <a:ext cx="953017" cy="26399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</a:rPr>
              <a:t>4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9CE315A-84D1-4969-9D98-F4E1EE3B7D76}"/>
              </a:ext>
            </a:extLst>
          </p:cNvPr>
          <p:cNvSpPr txBox="1"/>
          <p:nvPr/>
        </p:nvSpPr>
        <p:spPr>
          <a:xfrm>
            <a:off x="10333999" y="119021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ko-KR" altLang="en-US" sz="800" dirty="0"/>
              <a:t>㈜</a:t>
            </a:r>
            <a:r>
              <a:rPr lang="ko-KR" altLang="en-US" sz="800" dirty="0" err="1"/>
              <a:t>다해줘테크</a:t>
            </a:r>
            <a:endParaRPr lang="ko-KR" altLang="en-US" sz="8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695CC04-EAA2-4888-9E12-10538CE40213}"/>
              </a:ext>
            </a:extLst>
          </p:cNvPr>
          <p:cNvSpPr txBox="1"/>
          <p:nvPr/>
        </p:nvSpPr>
        <p:spPr>
          <a:xfrm>
            <a:off x="10333999" y="319046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ko-KR" altLang="en-US" sz="800" dirty="0"/>
              <a:t>기획팀</a:t>
            </a:r>
          </a:p>
        </p:txBody>
      </p:sp>
      <p:graphicFrame>
        <p:nvGraphicFramePr>
          <p:cNvPr id="36" name="Group 214">
            <a:extLst>
              <a:ext uri="{FF2B5EF4-FFF2-40B4-BE49-F238E27FC236}">
                <a16:creationId xmlns:a16="http://schemas.microsoft.com/office/drawing/2014/main" id="{AC8EFFF0-8B32-4B07-9AB8-C5FA0FEF5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8336632"/>
              </p:ext>
            </p:extLst>
          </p:nvPr>
        </p:nvGraphicFramePr>
        <p:xfrm>
          <a:off x="9610471" y="938585"/>
          <a:ext cx="2325502" cy="1540314"/>
        </p:xfrm>
        <a:graphic>
          <a:graphicData uri="http://schemas.openxmlformats.org/drawingml/2006/table">
            <a:tbl>
              <a:tblPr/>
              <a:tblGrid>
                <a:gridCol w="185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9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5198">
                <a:tc>
                  <a:txBody>
                    <a:bodyPr/>
                    <a:lstStyle/>
                    <a:p>
                      <a:pPr marL="0" marR="0" lvl="0" indent="0" algn="ctr" defTabSz="121761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92929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217613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defTabSz="1217613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defTabSz="1217613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defTabSz="1217613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defTabSz="1217613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indent="0" eaLnBrk="1" hangingPunct="1">
                        <a:spcBef>
                          <a:spcPct val="50000"/>
                        </a:spcBef>
                        <a:buFontTx/>
                        <a:buNone/>
                      </a:pPr>
                      <a:r>
                        <a:rPr kumimoji="0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프로젝트 이미지 </a:t>
                      </a:r>
                      <a:r>
                        <a:rPr kumimoji="0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클릭시</a:t>
                      </a:r>
                      <a:r>
                        <a:rPr kumimoji="0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Project </a:t>
                      </a:r>
                      <a:r>
                        <a:rPr kumimoji="0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페이지 </a:t>
                      </a: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(2/2)</a:t>
                      </a:r>
                      <a:r>
                        <a:rPr kumimoji="0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로 이동</a:t>
                      </a: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72000" marB="7200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1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7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eaLnBrk="1" hangingPunct="1">
                        <a:spcBef>
                          <a:spcPct val="50000"/>
                        </a:spcBef>
                        <a:buFontTx/>
                        <a:buNone/>
                      </a:pPr>
                      <a:r>
                        <a:rPr kumimoji="0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프로젝트 내용</a:t>
                      </a:r>
                    </a:p>
                  </a:txBody>
                  <a:tcPr marT="72000" marB="7200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1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ko-KR" altLang="en-US" sz="7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eaLnBrk="1" hangingPunct="1">
                        <a:spcBef>
                          <a:spcPct val="50000"/>
                        </a:spcBef>
                        <a:buFontTx/>
                        <a:buNone/>
                      </a:pPr>
                      <a:r>
                        <a:rPr kumimoji="0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버튼 </a:t>
                      </a:r>
                      <a:r>
                        <a:rPr kumimoji="0" lang="ko-KR" altLang="en-US" sz="7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클릭시</a:t>
                      </a:r>
                      <a:r>
                        <a:rPr kumimoji="0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이동</a:t>
                      </a:r>
                      <a:endParaRPr kumimoji="0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72000" marB="7200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1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ko-KR" altLang="en-US" sz="7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eaLnBrk="1" hangingPunct="1">
                        <a:spcBef>
                          <a:spcPct val="50000"/>
                        </a:spcBef>
                        <a:buFontTx/>
                        <a:buNone/>
                      </a:pPr>
                      <a:r>
                        <a:rPr kumimoji="0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Project </a:t>
                      </a:r>
                      <a:r>
                        <a:rPr kumimoji="0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메뉴 </a:t>
                      </a:r>
                      <a:r>
                        <a:rPr kumimoji="0" lang="ko-KR" altLang="en-US" sz="7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클릭시</a:t>
                      </a:r>
                      <a:r>
                        <a:rPr kumimoji="0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다음 페이지로 이동 </a:t>
                      </a:r>
                      <a:r>
                        <a:rPr kumimoji="0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&amp; Project </a:t>
                      </a:r>
                      <a:r>
                        <a:rPr kumimoji="0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메뉴 글자 강조</a:t>
                      </a:r>
                      <a:endParaRPr kumimoji="0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72000" marB="7200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3116571"/>
                  </a:ext>
                </a:extLst>
              </a:tr>
              <a:tr h="2751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ko-KR" altLang="en-US" sz="7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eaLnBrk="1" hangingPunct="1">
                        <a:spcBef>
                          <a:spcPct val="50000"/>
                        </a:spcBef>
                        <a:buFontTx/>
                        <a:buNone/>
                      </a:pPr>
                      <a:endParaRPr kumimoji="0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72000" marB="7200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2777460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CCAC3312-B8A3-43F8-B061-71A9B5BDCB7B}"/>
              </a:ext>
            </a:extLst>
          </p:cNvPr>
          <p:cNvSpPr/>
          <p:nvPr/>
        </p:nvSpPr>
        <p:spPr>
          <a:xfrm>
            <a:off x="1067740" y="2016720"/>
            <a:ext cx="158400" cy="158400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C0EC831-8489-4C4F-B6EF-B1FB76E1AE95}"/>
              </a:ext>
            </a:extLst>
          </p:cNvPr>
          <p:cNvSpPr/>
          <p:nvPr/>
        </p:nvSpPr>
        <p:spPr>
          <a:xfrm>
            <a:off x="1073209" y="2034567"/>
            <a:ext cx="2282436" cy="1739048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EA1EF5CD-F373-40A0-ACA1-3E44397E208F}"/>
              </a:ext>
            </a:extLst>
          </p:cNvPr>
          <p:cNvSpPr/>
          <p:nvPr/>
        </p:nvSpPr>
        <p:spPr>
          <a:xfrm>
            <a:off x="1067740" y="3791461"/>
            <a:ext cx="2282436" cy="1160503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1BB8754-F5EB-44E1-AD36-C11070D616A9}"/>
              </a:ext>
            </a:extLst>
          </p:cNvPr>
          <p:cNvSpPr/>
          <p:nvPr/>
        </p:nvSpPr>
        <p:spPr>
          <a:xfrm>
            <a:off x="1067740" y="3811972"/>
            <a:ext cx="158400" cy="158400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800" b="1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07858C9-6EA1-4085-8C50-B007B628F702}"/>
              </a:ext>
            </a:extLst>
          </p:cNvPr>
          <p:cNvSpPr/>
          <p:nvPr/>
        </p:nvSpPr>
        <p:spPr>
          <a:xfrm>
            <a:off x="4179570" y="5125898"/>
            <a:ext cx="158400" cy="158400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</a:rPr>
              <a:t>3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3D4D934-7D79-4856-A511-027AFD0AD872}"/>
              </a:ext>
            </a:extLst>
          </p:cNvPr>
          <p:cNvSpPr/>
          <p:nvPr/>
        </p:nvSpPr>
        <p:spPr>
          <a:xfrm>
            <a:off x="4179570" y="5127995"/>
            <a:ext cx="1230433" cy="707741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D7BB660-BCAC-48ED-B78A-367EDD5585BD}"/>
              </a:ext>
            </a:extLst>
          </p:cNvPr>
          <p:cNvSpPr/>
          <p:nvPr/>
        </p:nvSpPr>
        <p:spPr>
          <a:xfrm>
            <a:off x="151603" y="731877"/>
            <a:ext cx="158400" cy="158400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</a:rPr>
              <a:t>4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83C0B86-A947-4F2F-9345-A8096F8484F9}"/>
              </a:ext>
            </a:extLst>
          </p:cNvPr>
          <p:cNvSpPr/>
          <p:nvPr/>
        </p:nvSpPr>
        <p:spPr>
          <a:xfrm>
            <a:off x="157072" y="749724"/>
            <a:ext cx="9260526" cy="632677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D9F5DB7-E849-447A-91E2-561135FFD806}"/>
              </a:ext>
            </a:extLst>
          </p:cNvPr>
          <p:cNvSpPr txBox="1"/>
          <p:nvPr/>
        </p:nvSpPr>
        <p:spPr>
          <a:xfrm>
            <a:off x="9573743" y="2869144"/>
            <a:ext cx="23989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Project</a:t>
            </a:r>
            <a:r>
              <a:rPr lang="ko-KR" altLang="en-US" sz="1200" dirty="0"/>
              <a:t> 테이블</a:t>
            </a:r>
            <a:endParaRPr lang="en-US" altLang="ko-KR" sz="1200" dirty="0"/>
          </a:p>
          <a:p>
            <a:r>
              <a:rPr lang="ko-KR" altLang="en-US" sz="1200" dirty="0"/>
              <a:t>사진</a:t>
            </a:r>
            <a:r>
              <a:rPr lang="en-US" altLang="ko-KR" sz="1200" dirty="0"/>
              <a:t>, </a:t>
            </a:r>
            <a:r>
              <a:rPr lang="ko-KR" altLang="en-US" sz="1200" dirty="0"/>
              <a:t>내용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0848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스크린샷이(가) 표시된 사진&#10;&#10;자동 생성된 설명">
            <a:extLst>
              <a:ext uri="{FF2B5EF4-FFF2-40B4-BE49-F238E27FC236}">
                <a16:creationId xmlns:a16="http://schemas.microsoft.com/office/drawing/2014/main" id="{8BC9BCFF-50B4-472F-AADF-1D47961363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4E1CC2D5-88D6-4DB0-8AFA-405CB49F0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365" y="913810"/>
            <a:ext cx="9195534" cy="5030380"/>
          </a:xfrm>
          <a:prstGeom prst="rect">
            <a:avLst/>
          </a:prstGeom>
        </p:spPr>
      </p:pic>
      <p:sp>
        <p:nvSpPr>
          <p:cNvPr id="20" name="도넛[D] 21">
            <a:extLst>
              <a:ext uri="{FF2B5EF4-FFF2-40B4-BE49-F238E27FC236}">
                <a16:creationId xmlns:a16="http://schemas.microsoft.com/office/drawing/2014/main" id="{71EAC922-85F1-4D1E-9616-D6BF61C64E65}"/>
              </a:ext>
            </a:extLst>
          </p:cNvPr>
          <p:cNvSpPr/>
          <p:nvPr/>
        </p:nvSpPr>
        <p:spPr>
          <a:xfrm>
            <a:off x="7603010" y="2162176"/>
            <a:ext cx="603965" cy="571500"/>
          </a:xfrm>
          <a:prstGeom prst="donut">
            <a:avLst>
              <a:gd name="adj" fmla="val 5182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chemeClr val="tx1"/>
              </a:solidFill>
            </a:endParaRPr>
          </a:p>
        </p:txBody>
      </p:sp>
      <p:sp>
        <p:nvSpPr>
          <p:cNvPr id="21" name="막힌 원호[B] 22">
            <a:extLst>
              <a:ext uri="{FF2B5EF4-FFF2-40B4-BE49-F238E27FC236}">
                <a16:creationId xmlns:a16="http://schemas.microsoft.com/office/drawing/2014/main" id="{5FEDEB1F-9B02-47E6-A3E3-BA3C51803E37}"/>
              </a:ext>
            </a:extLst>
          </p:cNvPr>
          <p:cNvSpPr/>
          <p:nvPr/>
        </p:nvSpPr>
        <p:spPr>
          <a:xfrm>
            <a:off x="7603010" y="2171700"/>
            <a:ext cx="603965" cy="561976"/>
          </a:xfrm>
          <a:prstGeom prst="blockArc">
            <a:avLst>
              <a:gd name="adj1" fmla="val 7731794"/>
              <a:gd name="adj2" fmla="val 7714998"/>
              <a:gd name="adj3" fmla="val 5523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chemeClr val="tx1"/>
              </a:solidFill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52989D60-3333-4658-99DE-37016C80037B}"/>
              </a:ext>
            </a:extLst>
          </p:cNvPr>
          <p:cNvSpPr/>
          <p:nvPr/>
        </p:nvSpPr>
        <p:spPr>
          <a:xfrm>
            <a:off x="8022962" y="2171700"/>
            <a:ext cx="184013" cy="17145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B1264317-6E93-415A-AF9C-3C56136782C0}"/>
              </a:ext>
            </a:extLst>
          </p:cNvPr>
          <p:cNvSpPr/>
          <p:nvPr/>
        </p:nvSpPr>
        <p:spPr>
          <a:xfrm>
            <a:off x="8061062" y="2206994"/>
            <a:ext cx="103268" cy="9805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FC75FE-D293-4502-B3B4-E735DFFEEE79}"/>
              </a:ext>
            </a:extLst>
          </p:cNvPr>
          <p:cNvSpPr txBox="1"/>
          <p:nvPr/>
        </p:nvSpPr>
        <p:spPr>
          <a:xfrm>
            <a:off x="7603010" y="2296211"/>
            <a:ext cx="1084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210 Manbalchungchun Light" panose="02020603020101020101" pitchFamily="18" charset="-127"/>
                <a:ea typeface="210 Manbalchungchun Light" panose="02020603020101020101" pitchFamily="18" charset="-127"/>
              </a:rPr>
              <a:t>100%</a:t>
            </a:r>
            <a:endParaRPr kumimoji="1" lang="ko-Kore-KR" altLang="en-US" sz="1400" dirty="0">
              <a:solidFill>
                <a:schemeClr val="accent2">
                  <a:lumMod val="60000"/>
                  <a:lumOff val="40000"/>
                </a:schemeClr>
              </a:solidFill>
              <a:latin typeface="210 Manbalchungchun Light" panose="02020603020101020101" pitchFamily="18" charset="-127"/>
              <a:ea typeface="210 Manbalchungchun Light" panose="0202060302010102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8184E0-1743-49F9-86B1-3DE18F616C85}"/>
              </a:ext>
            </a:extLst>
          </p:cNvPr>
          <p:cNvSpPr txBox="1"/>
          <p:nvPr/>
        </p:nvSpPr>
        <p:spPr>
          <a:xfrm>
            <a:off x="4605795" y="104966"/>
            <a:ext cx="10583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Project</a:t>
            </a:r>
            <a:r>
              <a:rPr lang="ko-KR" altLang="en-US" sz="800" dirty="0"/>
              <a:t> 페이지 </a:t>
            </a:r>
            <a:r>
              <a:rPr lang="en-US" altLang="ko-KR" sz="800" dirty="0"/>
              <a:t>(2/2)</a:t>
            </a:r>
            <a:r>
              <a:rPr lang="ko-KR" altLang="en-US" sz="800" dirty="0"/>
              <a:t>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345AA4-EF57-41E2-9F7E-1B7FD3B1401D}"/>
              </a:ext>
            </a:extLst>
          </p:cNvPr>
          <p:cNvSpPr txBox="1"/>
          <p:nvPr/>
        </p:nvSpPr>
        <p:spPr>
          <a:xfrm>
            <a:off x="4600166" y="326110"/>
            <a:ext cx="8098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Project</a:t>
            </a:r>
            <a:r>
              <a:rPr lang="ko-KR" altLang="en-US" sz="800" dirty="0"/>
              <a:t> 페이지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E7ADA70-1A9E-4268-B9AB-68374EC50715}"/>
              </a:ext>
            </a:extLst>
          </p:cNvPr>
          <p:cNvSpPr txBox="1"/>
          <p:nvPr/>
        </p:nvSpPr>
        <p:spPr>
          <a:xfrm>
            <a:off x="1072352" y="104966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ko-KR" altLang="en-US" sz="800" dirty="0"/>
              <a:t>포트폴리오 </a:t>
            </a:r>
            <a:r>
              <a:rPr lang="en-US" altLang="ko-KR" sz="800" dirty="0"/>
              <a:t>UX/UI </a:t>
            </a:r>
            <a:r>
              <a:rPr lang="ko-KR" altLang="en-US" sz="800" dirty="0"/>
              <a:t>디자인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6E37BD6-19B0-4964-84E2-14E0B1EFD73B}"/>
              </a:ext>
            </a:extLst>
          </p:cNvPr>
          <p:cNvSpPr txBox="1"/>
          <p:nvPr/>
        </p:nvSpPr>
        <p:spPr>
          <a:xfrm>
            <a:off x="116839" y="95617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800" dirty="0"/>
              <a:t>프로젝트명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E33103A-4999-41DD-89D0-BE1819791992}"/>
              </a:ext>
            </a:extLst>
          </p:cNvPr>
          <p:cNvSpPr txBox="1"/>
          <p:nvPr/>
        </p:nvSpPr>
        <p:spPr>
          <a:xfrm>
            <a:off x="116839" y="314692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800" dirty="0" err="1"/>
              <a:t>문서명</a:t>
            </a:r>
            <a:endParaRPr lang="ko-KR" altLang="en-US" sz="8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40B8A56-1876-4788-A328-74BD42ECF99B}"/>
              </a:ext>
            </a:extLst>
          </p:cNvPr>
          <p:cNvSpPr txBox="1"/>
          <p:nvPr/>
        </p:nvSpPr>
        <p:spPr>
          <a:xfrm>
            <a:off x="3538055" y="109824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800" dirty="0"/>
              <a:t>페이지 </a:t>
            </a:r>
            <a:r>
              <a:rPr lang="en-US" altLang="ko-KR" sz="800" dirty="0"/>
              <a:t>ID</a:t>
            </a:r>
            <a:endParaRPr lang="ko-KR" altLang="en-US" sz="8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22C86A2-1B4C-4146-AD7A-CBD1679B96F4}"/>
              </a:ext>
            </a:extLst>
          </p:cNvPr>
          <p:cNvSpPr txBox="1"/>
          <p:nvPr/>
        </p:nvSpPr>
        <p:spPr>
          <a:xfrm>
            <a:off x="3538055" y="319374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800" dirty="0"/>
              <a:t>페이지 위치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3774C62-C06A-4A90-9B59-4E8952B642EA}"/>
              </a:ext>
            </a:extLst>
          </p:cNvPr>
          <p:cNvSpPr txBox="1"/>
          <p:nvPr/>
        </p:nvSpPr>
        <p:spPr>
          <a:xfrm>
            <a:off x="7603010" y="110666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800" dirty="0"/>
              <a:t>페이지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7118FC4-81A9-4C53-A023-8BB10FA35DD7}"/>
              </a:ext>
            </a:extLst>
          </p:cNvPr>
          <p:cNvSpPr txBox="1"/>
          <p:nvPr/>
        </p:nvSpPr>
        <p:spPr>
          <a:xfrm>
            <a:off x="9417598" y="109633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800" dirty="0"/>
              <a:t>회사명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EBC32BF-9CB9-4258-8290-F1E577F4C3CE}"/>
              </a:ext>
            </a:extLst>
          </p:cNvPr>
          <p:cNvSpPr txBox="1"/>
          <p:nvPr/>
        </p:nvSpPr>
        <p:spPr>
          <a:xfrm>
            <a:off x="9417598" y="319183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800" dirty="0"/>
              <a:t>작성자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DAE6359-FF29-40A3-A815-8B3D5D129AA2}"/>
              </a:ext>
            </a:extLst>
          </p:cNvPr>
          <p:cNvSpPr txBox="1"/>
          <p:nvPr/>
        </p:nvSpPr>
        <p:spPr>
          <a:xfrm>
            <a:off x="1072352" y="314516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altLang="ko-KR" sz="800" dirty="0"/>
              <a:t>Project</a:t>
            </a:r>
            <a:endParaRPr lang="ko-KR" altLang="en-US" sz="8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32D8149-412C-4B68-850E-E6A4F3D674F5}"/>
              </a:ext>
            </a:extLst>
          </p:cNvPr>
          <p:cNvSpPr txBox="1"/>
          <p:nvPr/>
        </p:nvSpPr>
        <p:spPr>
          <a:xfrm>
            <a:off x="8473882" y="70469"/>
            <a:ext cx="953017" cy="26399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</a:rPr>
              <a:t>5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33E4A6-E9D8-4A0E-A0C9-409296BE6023}"/>
              </a:ext>
            </a:extLst>
          </p:cNvPr>
          <p:cNvSpPr txBox="1"/>
          <p:nvPr/>
        </p:nvSpPr>
        <p:spPr>
          <a:xfrm>
            <a:off x="10333999" y="119021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ko-KR" altLang="en-US" sz="800" dirty="0"/>
              <a:t>㈜</a:t>
            </a:r>
            <a:r>
              <a:rPr lang="ko-KR" altLang="en-US" sz="800" dirty="0" err="1"/>
              <a:t>다해줘테크</a:t>
            </a:r>
            <a:endParaRPr lang="ko-KR" altLang="en-US" sz="8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2B9A6A0-ACE4-4436-A142-0E6B27B4AD14}"/>
              </a:ext>
            </a:extLst>
          </p:cNvPr>
          <p:cNvSpPr txBox="1"/>
          <p:nvPr/>
        </p:nvSpPr>
        <p:spPr>
          <a:xfrm>
            <a:off x="10333999" y="319046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ko-KR" altLang="en-US" sz="800" dirty="0"/>
              <a:t>기획팀</a:t>
            </a:r>
          </a:p>
        </p:txBody>
      </p:sp>
      <p:graphicFrame>
        <p:nvGraphicFramePr>
          <p:cNvPr id="42" name="Group 214">
            <a:extLst>
              <a:ext uri="{FF2B5EF4-FFF2-40B4-BE49-F238E27FC236}">
                <a16:creationId xmlns:a16="http://schemas.microsoft.com/office/drawing/2014/main" id="{6DA145D2-9EBA-48CF-80BD-73306CB166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904918"/>
              </p:ext>
            </p:extLst>
          </p:nvPr>
        </p:nvGraphicFramePr>
        <p:xfrm>
          <a:off x="9610471" y="938585"/>
          <a:ext cx="2325502" cy="1375990"/>
        </p:xfrm>
        <a:graphic>
          <a:graphicData uri="http://schemas.openxmlformats.org/drawingml/2006/table">
            <a:tbl>
              <a:tblPr/>
              <a:tblGrid>
                <a:gridCol w="185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9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5198">
                <a:tc>
                  <a:txBody>
                    <a:bodyPr/>
                    <a:lstStyle/>
                    <a:p>
                      <a:pPr marL="0" marR="0" lvl="0" indent="0" algn="ctr" defTabSz="121761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92929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217613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defTabSz="1217613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defTabSz="1217613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defTabSz="1217613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defTabSz="1217613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indent="0" eaLnBrk="1" hangingPunct="1">
                        <a:spcBef>
                          <a:spcPct val="50000"/>
                        </a:spcBef>
                        <a:buFontTx/>
                        <a:buNone/>
                      </a:pPr>
                      <a:r>
                        <a:rPr kumimoji="0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프로젝트 이미지 슬라이딩 </a:t>
                      </a: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kumimoji="0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자동으로</a:t>
                      </a: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T="72000" marB="7200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1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7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eaLnBrk="1" hangingPunct="1">
                        <a:spcBef>
                          <a:spcPct val="50000"/>
                        </a:spcBef>
                        <a:buFontTx/>
                        <a:buNone/>
                      </a:pPr>
                      <a:r>
                        <a:rPr kumimoji="0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프로젝트 설명</a:t>
                      </a:r>
                    </a:p>
                  </a:txBody>
                  <a:tcPr marT="72000" marB="7200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1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ko-KR" altLang="en-US" sz="7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eaLnBrk="1" hangingPunct="1">
                        <a:spcBef>
                          <a:spcPct val="50000"/>
                        </a:spcBef>
                        <a:buFontTx/>
                        <a:buNone/>
                      </a:pPr>
                      <a:r>
                        <a:rPr kumimoji="0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프로젝트 자세한 사항</a:t>
                      </a:r>
                      <a:endParaRPr kumimoji="0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72000" marB="7200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1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ko-KR" altLang="en-US" sz="7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eaLnBrk="1" hangingPunct="1">
                        <a:spcBef>
                          <a:spcPct val="50000"/>
                        </a:spcBef>
                        <a:buFontTx/>
                        <a:buNone/>
                      </a:pPr>
                      <a:r>
                        <a:rPr kumimoji="0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프로젝트 글자 강조</a:t>
                      </a:r>
                      <a:endParaRPr kumimoji="0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72000" marB="7200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3116571"/>
                  </a:ext>
                </a:extLst>
              </a:tr>
              <a:tr h="2751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ko-KR" altLang="en-US" sz="7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eaLnBrk="1" hangingPunct="1">
                        <a:spcBef>
                          <a:spcPct val="50000"/>
                        </a:spcBef>
                        <a:buFontTx/>
                        <a:buNone/>
                      </a:pPr>
                      <a:endParaRPr kumimoji="0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72000" marB="7200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2777460"/>
                  </a:ext>
                </a:extLst>
              </a:tr>
            </a:tbl>
          </a:graphicData>
        </a:graphic>
      </p:graphicFrame>
      <p:sp>
        <p:nvSpPr>
          <p:cNvPr id="43" name="직사각형 42">
            <a:extLst>
              <a:ext uri="{FF2B5EF4-FFF2-40B4-BE49-F238E27FC236}">
                <a16:creationId xmlns:a16="http://schemas.microsoft.com/office/drawing/2014/main" id="{BC65DDFE-AAB8-4906-A725-7193E4AB2913}"/>
              </a:ext>
            </a:extLst>
          </p:cNvPr>
          <p:cNvSpPr/>
          <p:nvPr/>
        </p:nvSpPr>
        <p:spPr>
          <a:xfrm>
            <a:off x="607696" y="1846305"/>
            <a:ext cx="158400" cy="158400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8063A5C-E4D2-4A54-8682-0D6E65EC7250}"/>
              </a:ext>
            </a:extLst>
          </p:cNvPr>
          <p:cNvSpPr/>
          <p:nvPr/>
        </p:nvSpPr>
        <p:spPr>
          <a:xfrm>
            <a:off x="613165" y="1864152"/>
            <a:ext cx="2282436" cy="1739048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3AEF728-C8B8-4EC1-A487-CAED62B56949}"/>
              </a:ext>
            </a:extLst>
          </p:cNvPr>
          <p:cNvSpPr/>
          <p:nvPr/>
        </p:nvSpPr>
        <p:spPr>
          <a:xfrm>
            <a:off x="607696" y="3621046"/>
            <a:ext cx="2282436" cy="1160503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2BA2979-6E1E-4C04-BAE8-3AB2C6981F30}"/>
              </a:ext>
            </a:extLst>
          </p:cNvPr>
          <p:cNvSpPr/>
          <p:nvPr/>
        </p:nvSpPr>
        <p:spPr>
          <a:xfrm>
            <a:off x="607696" y="3641557"/>
            <a:ext cx="158400" cy="158400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800" b="1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CF2D67F-E769-4FCF-A79F-535C3B87D1E4}"/>
              </a:ext>
            </a:extLst>
          </p:cNvPr>
          <p:cNvSpPr/>
          <p:nvPr/>
        </p:nvSpPr>
        <p:spPr>
          <a:xfrm>
            <a:off x="3808095" y="1828458"/>
            <a:ext cx="158400" cy="158400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</a:rPr>
              <a:t>3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ADE6FEA-D835-4A81-8198-47471212E9B7}"/>
              </a:ext>
            </a:extLst>
          </p:cNvPr>
          <p:cNvSpPr/>
          <p:nvPr/>
        </p:nvSpPr>
        <p:spPr>
          <a:xfrm>
            <a:off x="3813564" y="1846305"/>
            <a:ext cx="4949436" cy="2935244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E865D43-DA26-48A9-9A93-7BAB33EFE87F}"/>
              </a:ext>
            </a:extLst>
          </p:cNvPr>
          <p:cNvSpPr/>
          <p:nvPr/>
        </p:nvSpPr>
        <p:spPr>
          <a:xfrm>
            <a:off x="151603" y="731877"/>
            <a:ext cx="158400" cy="158400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</a:rPr>
              <a:t>4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C204213-CC6F-4A1F-8D33-D8A68F06D040}"/>
              </a:ext>
            </a:extLst>
          </p:cNvPr>
          <p:cNvSpPr/>
          <p:nvPr/>
        </p:nvSpPr>
        <p:spPr>
          <a:xfrm>
            <a:off x="157072" y="749724"/>
            <a:ext cx="9260526" cy="632677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FDCD440-1871-4D83-809C-E1C4CB43315B}"/>
              </a:ext>
            </a:extLst>
          </p:cNvPr>
          <p:cNvSpPr txBox="1"/>
          <p:nvPr/>
        </p:nvSpPr>
        <p:spPr>
          <a:xfrm>
            <a:off x="9573743" y="2869144"/>
            <a:ext cx="23989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Project2</a:t>
            </a:r>
            <a:r>
              <a:rPr lang="ko-KR" altLang="en-US" sz="1200" dirty="0"/>
              <a:t> 테이블</a:t>
            </a:r>
            <a:endParaRPr lang="en-US" altLang="ko-KR" sz="1200" dirty="0"/>
          </a:p>
          <a:p>
            <a:r>
              <a:rPr lang="ko-KR" altLang="en-US" sz="1200" dirty="0"/>
              <a:t>사진</a:t>
            </a:r>
            <a:r>
              <a:rPr lang="en-US" altLang="ko-KR" sz="1200" dirty="0"/>
              <a:t>, </a:t>
            </a:r>
            <a:r>
              <a:rPr lang="ko-KR" altLang="en-US" sz="1200" dirty="0"/>
              <a:t>내용</a:t>
            </a:r>
            <a:r>
              <a:rPr lang="en-US" altLang="ko-KR" sz="1200" dirty="0"/>
              <a:t>, </a:t>
            </a:r>
            <a:r>
              <a:rPr lang="ko-KR" altLang="en-US" sz="1200" dirty="0"/>
              <a:t>진행기간</a:t>
            </a:r>
            <a:r>
              <a:rPr lang="en-US" altLang="ko-KR" sz="1200" dirty="0"/>
              <a:t>, </a:t>
            </a:r>
            <a:r>
              <a:rPr lang="ko-KR" altLang="en-US" sz="1200" dirty="0"/>
              <a:t>참여인원</a:t>
            </a:r>
            <a:r>
              <a:rPr lang="en-US" altLang="ko-KR" sz="1200" dirty="0"/>
              <a:t>, </a:t>
            </a:r>
            <a:r>
              <a:rPr lang="ko-KR" altLang="en-US" sz="1200" dirty="0"/>
              <a:t>개발내용</a:t>
            </a:r>
            <a:r>
              <a:rPr lang="en-US" altLang="ko-KR" sz="1200" dirty="0"/>
              <a:t>,</a:t>
            </a:r>
            <a:r>
              <a:rPr lang="ko-KR" altLang="en-US" sz="1200" dirty="0"/>
              <a:t>사용언어</a:t>
            </a:r>
            <a:r>
              <a:rPr lang="en-US" altLang="ko-KR" sz="1200" dirty="0"/>
              <a:t>, </a:t>
            </a:r>
            <a:r>
              <a:rPr lang="ko-KR" altLang="en-US" sz="1200" dirty="0"/>
              <a:t>개발환경</a:t>
            </a:r>
            <a:r>
              <a:rPr lang="en-US" altLang="ko-KR" sz="1200" dirty="0"/>
              <a:t>,git</a:t>
            </a:r>
            <a:r>
              <a:rPr lang="ko-KR" altLang="en-US" sz="1200" dirty="0"/>
              <a:t>주소</a:t>
            </a:r>
            <a:r>
              <a:rPr lang="en-US" altLang="ko-KR" sz="1200" dirty="0"/>
              <a:t>, </a:t>
            </a:r>
            <a:r>
              <a:rPr lang="ko-KR" altLang="en-US" sz="1200" dirty="0"/>
              <a:t>기여도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1427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E22EF11-F399-4E4A-9DAF-5F92B32686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712595" y="1922145"/>
            <a:ext cx="265072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b="1"/>
              <a:t>Contact</a:t>
            </a:r>
            <a:r>
              <a:rPr lang="ko-KR" altLang="en-US" sz="3000" b="1"/>
              <a:t> </a:t>
            </a:r>
            <a:r>
              <a:rPr lang="ko-KR" altLang="en-US" sz="3000" b="1" dirty="0"/>
              <a:t>페이지</a:t>
            </a:r>
          </a:p>
        </p:txBody>
      </p:sp>
    </p:spTree>
    <p:extLst>
      <p:ext uri="{BB962C8B-B14F-4D97-AF65-F5344CB8AC3E}">
        <p14:creationId xmlns:p14="http://schemas.microsoft.com/office/powerpoint/2010/main" val="2801332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스크린샷이(가) 표시된 사진&#10;&#10;자동 생성된 설명">
            <a:extLst>
              <a:ext uri="{FF2B5EF4-FFF2-40B4-BE49-F238E27FC236}">
                <a16:creationId xmlns:a16="http://schemas.microsoft.com/office/drawing/2014/main" id="{8BC9BCFF-50B4-472F-AADF-1D47961363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6F5B9EA1-B575-43AF-9436-E18BD3D1F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569" y="660575"/>
            <a:ext cx="9027406" cy="591587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D4BD4E3-F381-4E64-8605-6388683E8147}"/>
              </a:ext>
            </a:extLst>
          </p:cNvPr>
          <p:cNvSpPr txBox="1"/>
          <p:nvPr/>
        </p:nvSpPr>
        <p:spPr>
          <a:xfrm>
            <a:off x="4605795" y="104966"/>
            <a:ext cx="8611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Contact</a:t>
            </a:r>
            <a:r>
              <a:rPr lang="ko-KR" altLang="en-US" sz="800" dirty="0"/>
              <a:t> 페이지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E34DB3-EFCF-4F20-B626-9FCA862C9215}"/>
              </a:ext>
            </a:extLst>
          </p:cNvPr>
          <p:cNvSpPr txBox="1"/>
          <p:nvPr/>
        </p:nvSpPr>
        <p:spPr>
          <a:xfrm>
            <a:off x="4600166" y="326110"/>
            <a:ext cx="83869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Contact</a:t>
            </a:r>
            <a:r>
              <a:rPr lang="ko-KR" altLang="en-US" sz="800" dirty="0"/>
              <a:t> 페이지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EB3582-D9B6-4936-A840-554370A27B09}"/>
              </a:ext>
            </a:extLst>
          </p:cNvPr>
          <p:cNvSpPr txBox="1"/>
          <p:nvPr/>
        </p:nvSpPr>
        <p:spPr>
          <a:xfrm>
            <a:off x="1072352" y="104966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ko-KR" altLang="en-US" sz="800" dirty="0"/>
              <a:t>포트폴리오 </a:t>
            </a:r>
            <a:r>
              <a:rPr lang="en-US" altLang="ko-KR" sz="800" dirty="0"/>
              <a:t>UX/UI </a:t>
            </a:r>
            <a:r>
              <a:rPr lang="ko-KR" altLang="en-US" sz="800" dirty="0"/>
              <a:t>디자인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E98E49-0CF8-4CF3-98BE-7516A0BB544E}"/>
              </a:ext>
            </a:extLst>
          </p:cNvPr>
          <p:cNvSpPr txBox="1"/>
          <p:nvPr/>
        </p:nvSpPr>
        <p:spPr>
          <a:xfrm>
            <a:off x="116839" y="95617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800" dirty="0"/>
              <a:t>프로젝트명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26AAF0-AFA2-4548-B496-E5B99F6BA7BE}"/>
              </a:ext>
            </a:extLst>
          </p:cNvPr>
          <p:cNvSpPr txBox="1"/>
          <p:nvPr/>
        </p:nvSpPr>
        <p:spPr>
          <a:xfrm>
            <a:off x="116839" y="314692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800" dirty="0" err="1"/>
              <a:t>문서명</a:t>
            </a:r>
            <a:endParaRPr lang="ko-KR" altLang="en-US" sz="8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321F15E-B090-4A95-8AB3-EE129E2B9540}"/>
              </a:ext>
            </a:extLst>
          </p:cNvPr>
          <p:cNvSpPr txBox="1"/>
          <p:nvPr/>
        </p:nvSpPr>
        <p:spPr>
          <a:xfrm>
            <a:off x="3538055" y="109824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800" dirty="0"/>
              <a:t>페이지 </a:t>
            </a:r>
            <a:r>
              <a:rPr lang="en-US" altLang="ko-KR" sz="800" dirty="0"/>
              <a:t>ID</a:t>
            </a:r>
            <a:endParaRPr lang="ko-KR" altLang="en-US" sz="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B54B8F0-9F81-45EC-A0DB-4BC0CADCC206}"/>
              </a:ext>
            </a:extLst>
          </p:cNvPr>
          <p:cNvSpPr txBox="1"/>
          <p:nvPr/>
        </p:nvSpPr>
        <p:spPr>
          <a:xfrm>
            <a:off x="3538055" y="319374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800" dirty="0"/>
              <a:t>페이지 위치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2FB66CA-5BFD-4370-90B7-292043B17D37}"/>
              </a:ext>
            </a:extLst>
          </p:cNvPr>
          <p:cNvSpPr txBox="1"/>
          <p:nvPr/>
        </p:nvSpPr>
        <p:spPr>
          <a:xfrm>
            <a:off x="7603010" y="110666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800" dirty="0"/>
              <a:t>페이지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473F03-E89E-4F02-9C94-CEFA9BA455D8}"/>
              </a:ext>
            </a:extLst>
          </p:cNvPr>
          <p:cNvSpPr txBox="1"/>
          <p:nvPr/>
        </p:nvSpPr>
        <p:spPr>
          <a:xfrm>
            <a:off x="9417598" y="109633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800" dirty="0"/>
              <a:t>회사명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BD0793C-435D-429A-91F0-911B83A874B0}"/>
              </a:ext>
            </a:extLst>
          </p:cNvPr>
          <p:cNvSpPr txBox="1"/>
          <p:nvPr/>
        </p:nvSpPr>
        <p:spPr>
          <a:xfrm>
            <a:off x="9417598" y="319183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800" dirty="0"/>
              <a:t>작성자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F0D306E-A72A-4326-8229-A080DD3E2392}"/>
              </a:ext>
            </a:extLst>
          </p:cNvPr>
          <p:cNvSpPr txBox="1"/>
          <p:nvPr/>
        </p:nvSpPr>
        <p:spPr>
          <a:xfrm>
            <a:off x="1072352" y="314516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altLang="ko-KR" sz="800" dirty="0"/>
              <a:t>Contact</a:t>
            </a:r>
            <a:endParaRPr lang="ko-KR" altLang="en-US" sz="8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A340EFF-06D0-4786-8746-19EDAC7D95CC}"/>
              </a:ext>
            </a:extLst>
          </p:cNvPr>
          <p:cNvSpPr txBox="1"/>
          <p:nvPr/>
        </p:nvSpPr>
        <p:spPr>
          <a:xfrm>
            <a:off x="8473882" y="70469"/>
            <a:ext cx="953017" cy="26399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</a:rPr>
              <a:t>6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BD37639-FD4D-40D3-A155-7CA535C95C5B}"/>
              </a:ext>
            </a:extLst>
          </p:cNvPr>
          <p:cNvSpPr txBox="1"/>
          <p:nvPr/>
        </p:nvSpPr>
        <p:spPr>
          <a:xfrm>
            <a:off x="10333999" y="119021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ko-KR" altLang="en-US" sz="800" dirty="0"/>
              <a:t>㈜</a:t>
            </a:r>
            <a:r>
              <a:rPr lang="ko-KR" altLang="en-US" sz="800" dirty="0" err="1"/>
              <a:t>다해줘테크</a:t>
            </a:r>
            <a:endParaRPr lang="ko-KR" altLang="en-US" sz="8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C590D66-44D0-4998-8FDC-99DB47A44208}"/>
              </a:ext>
            </a:extLst>
          </p:cNvPr>
          <p:cNvSpPr txBox="1"/>
          <p:nvPr/>
        </p:nvSpPr>
        <p:spPr>
          <a:xfrm>
            <a:off x="10333999" y="319046"/>
            <a:ext cx="950901" cy="21544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ko-KR" altLang="en-US" sz="800" dirty="0"/>
              <a:t>기획팀</a:t>
            </a:r>
          </a:p>
        </p:txBody>
      </p:sp>
      <p:graphicFrame>
        <p:nvGraphicFramePr>
          <p:cNvPr id="36" name="Group 214">
            <a:extLst>
              <a:ext uri="{FF2B5EF4-FFF2-40B4-BE49-F238E27FC236}">
                <a16:creationId xmlns:a16="http://schemas.microsoft.com/office/drawing/2014/main" id="{0008B969-773E-4B64-9158-8CDF344E45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171112"/>
              </p:ext>
            </p:extLst>
          </p:nvPr>
        </p:nvGraphicFramePr>
        <p:xfrm>
          <a:off x="9610471" y="938585"/>
          <a:ext cx="2325502" cy="1375990"/>
        </p:xfrm>
        <a:graphic>
          <a:graphicData uri="http://schemas.openxmlformats.org/drawingml/2006/table">
            <a:tbl>
              <a:tblPr/>
              <a:tblGrid>
                <a:gridCol w="185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9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5198">
                <a:tc>
                  <a:txBody>
                    <a:bodyPr/>
                    <a:lstStyle/>
                    <a:p>
                      <a:pPr marL="0" marR="0" lvl="0" indent="0" algn="ctr" defTabSz="121761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92929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217613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 defTabSz="1217613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 defTabSz="1217613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 defTabSz="1217613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 defTabSz="1217613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defTabSz="12176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indent="0" eaLnBrk="1" hangingPunct="1">
                        <a:spcBef>
                          <a:spcPct val="50000"/>
                        </a:spcBef>
                        <a:buFontTx/>
                        <a:buNone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Submit</a:t>
                      </a:r>
                      <a:r>
                        <a:rPr kumimoji="0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을 누르면 입력한 </a:t>
                      </a: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email</a:t>
                      </a:r>
                      <a:r>
                        <a:rPr kumimoji="0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로 메시지 전송</a:t>
                      </a: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72000" marB="7200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1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7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eaLnBrk="1" hangingPunct="1">
                        <a:spcBef>
                          <a:spcPct val="50000"/>
                        </a:spcBef>
                        <a:buFontTx/>
                        <a:buNone/>
                      </a:pPr>
                      <a:endParaRPr kumimoji="0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72000" marB="7200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1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ko-KR" altLang="en-US" sz="7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eaLnBrk="1" hangingPunct="1">
                        <a:spcBef>
                          <a:spcPct val="50000"/>
                        </a:spcBef>
                        <a:buFontTx/>
                        <a:buNone/>
                      </a:pPr>
                      <a:endParaRPr kumimoji="0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72000" marB="7200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1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ko-KR" altLang="en-US" sz="7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eaLnBrk="1" hangingPunct="1">
                        <a:spcBef>
                          <a:spcPct val="50000"/>
                        </a:spcBef>
                        <a:buFontTx/>
                        <a:buNone/>
                      </a:pPr>
                      <a:endParaRPr kumimoji="0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72000" marB="7200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3116571"/>
                  </a:ext>
                </a:extLst>
              </a:tr>
              <a:tr h="2751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ko-KR" altLang="en-US" sz="7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eaLnBrk="1" hangingPunct="1">
                        <a:spcBef>
                          <a:spcPct val="50000"/>
                        </a:spcBef>
                        <a:buFontTx/>
                        <a:buNone/>
                      </a:pPr>
                      <a:endParaRPr kumimoji="0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72000" marB="72000" anchor="ctr" horzOverflow="overflow">
                    <a:lnL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2777460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65085701-84FB-47F6-A440-8C0676D2DB20}"/>
              </a:ext>
            </a:extLst>
          </p:cNvPr>
          <p:cNvSpPr/>
          <p:nvPr/>
        </p:nvSpPr>
        <p:spPr>
          <a:xfrm>
            <a:off x="3257549" y="3600450"/>
            <a:ext cx="3200401" cy="2686049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2B76621-67E6-4FD0-B2E0-9EF0382963A3}"/>
              </a:ext>
            </a:extLst>
          </p:cNvPr>
          <p:cNvSpPr/>
          <p:nvPr/>
        </p:nvSpPr>
        <p:spPr>
          <a:xfrm>
            <a:off x="3257549" y="3600450"/>
            <a:ext cx="158400" cy="158400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39159F3-34BB-4964-8159-5C680B407E57}"/>
              </a:ext>
            </a:extLst>
          </p:cNvPr>
          <p:cNvSpPr txBox="1"/>
          <p:nvPr/>
        </p:nvSpPr>
        <p:spPr>
          <a:xfrm>
            <a:off x="9573743" y="2869144"/>
            <a:ext cx="23989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contact</a:t>
            </a:r>
            <a:r>
              <a:rPr lang="ko-KR" altLang="en-US" sz="1200" dirty="0"/>
              <a:t> 테이블</a:t>
            </a:r>
            <a:endParaRPr lang="en-US" altLang="ko-KR" sz="1200" dirty="0"/>
          </a:p>
          <a:p>
            <a:r>
              <a:rPr lang="en-US" altLang="ko-KR" sz="1200" dirty="0" err="1"/>
              <a:t>Name,email</a:t>
            </a:r>
            <a:r>
              <a:rPr lang="en-US" altLang="ko-KR" sz="1200" dirty="0"/>
              <a:t>, message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5299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602</TotalTime>
  <Words>343</Words>
  <Application>Microsoft Office PowerPoint</Application>
  <PresentationFormat>와이드스크린</PresentationFormat>
  <Paragraphs>171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8" baseType="lpstr">
      <vt:lpstr>210 Manbalchungchun Light</vt:lpstr>
      <vt:lpstr>나눔고딕</vt:lpstr>
      <vt:lpstr>나눔스퀘어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김시은</dc:creator>
  <cp:lastModifiedBy>김시은</cp:lastModifiedBy>
  <cp:revision>20</cp:revision>
  <dcterms:created xsi:type="dcterms:W3CDTF">2021-03-04T04:19:14Z</dcterms:created>
  <dcterms:modified xsi:type="dcterms:W3CDTF">2021-03-05T05:58:25Z</dcterms:modified>
</cp:coreProperties>
</file>